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77" r:id="rId1"/>
    <p:sldMasterId id="2147483801" r:id="rId2"/>
  </p:sldMasterIdLst>
  <p:notesMasterIdLst>
    <p:notesMasterId r:id="rId16"/>
  </p:notesMasterIdLst>
  <p:handoutMasterIdLst>
    <p:handoutMasterId r:id="rId17"/>
  </p:handoutMasterIdLst>
  <p:sldIdLst>
    <p:sldId id="325" r:id="rId3"/>
    <p:sldId id="297" r:id="rId4"/>
    <p:sldId id="299" r:id="rId5"/>
    <p:sldId id="323" r:id="rId6"/>
    <p:sldId id="300" r:id="rId7"/>
    <p:sldId id="301" r:id="rId8"/>
    <p:sldId id="302" r:id="rId9"/>
    <p:sldId id="303" r:id="rId10"/>
    <p:sldId id="306" r:id="rId11"/>
    <p:sldId id="318" r:id="rId12"/>
    <p:sldId id="320" r:id="rId13"/>
    <p:sldId id="321" r:id="rId14"/>
    <p:sldId id="308" r:id="rId15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933"/>
    <a:srgbClr val="0E3361"/>
    <a:srgbClr val="F5CE4D"/>
    <a:srgbClr val="003264"/>
    <a:srgbClr val="FBCE20"/>
    <a:srgbClr val="003D7C"/>
    <a:srgbClr val="010000"/>
    <a:srgbClr val="619080"/>
    <a:srgbClr val="99CCCC"/>
    <a:srgbClr val="66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67" autoAdjust="0"/>
    <p:restoredTop sz="92449" autoAdjust="0"/>
  </p:normalViewPr>
  <p:slideViewPr>
    <p:cSldViewPr snapToGrid="0">
      <p:cViewPr varScale="1">
        <p:scale>
          <a:sx n="113" d="100"/>
          <a:sy n="113" d="100"/>
        </p:scale>
        <p:origin x="1488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264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10" tIns="44755" rIns="89510" bIns="44755" numCol="1" anchor="t" anchorCtr="0" compatLnSpc="1">
            <a:prstTxWarp prst="textNoShape">
              <a:avLst/>
            </a:prstTxWarp>
          </a:bodyPr>
          <a:lstStyle>
            <a:lvl1pPr defTabSz="894378" eaLnBrk="0" hangingPunct="0">
              <a:spcBef>
                <a:spcPct val="0"/>
              </a:spcBef>
              <a:defRPr sz="1200">
                <a:latin typeface="Times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10" tIns="44755" rIns="89510" bIns="44755" numCol="1" anchor="t" anchorCtr="0" compatLnSpc="1">
            <a:prstTxWarp prst="textNoShape">
              <a:avLst/>
            </a:prstTxWarp>
          </a:bodyPr>
          <a:lstStyle>
            <a:lvl1pPr algn="r" defTabSz="894378" eaLnBrk="0" hangingPunct="0">
              <a:spcBef>
                <a:spcPct val="0"/>
              </a:spcBef>
              <a:defRPr sz="1200">
                <a:latin typeface="Times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10" tIns="44755" rIns="89510" bIns="44755" numCol="1" anchor="b" anchorCtr="0" compatLnSpc="1">
            <a:prstTxWarp prst="textNoShape">
              <a:avLst/>
            </a:prstTxWarp>
          </a:bodyPr>
          <a:lstStyle>
            <a:lvl1pPr defTabSz="894378" eaLnBrk="0" hangingPunct="0">
              <a:spcBef>
                <a:spcPct val="0"/>
              </a:spcBef>
              <a:defRPr sz="1200">
                <a:latin typeface="Times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10" tIns="44755" rIns="89510" bIns="44755" numCol="1" anchor="b" anchorCtr="0" compatLnSpc="1">
            <a:prstTxWarp prst="textNoShape">
              <a:avLst/>
            </a:prstTxWarp>
          </a:bodyPr>
          <a:lstStyle>
            <a:lvl1pPr algn="r" defTabSz="894378" eaLnBrk="0" hangingPunct="0">
              <a:spcBef>
                <a:spcPct val="0"/>
              </a:spcBef>
              <a:defRPr sz="1200">
                <a:latin typeface="Times" pitchFamily="18" charset="0"/>
              </a:defRPr>
            </a:lvl1pPr>
          </a:lstStyle>
          <a:p>
            <a:pPr>
              <a:defRPr/>
            </a:pPr>
            <a:fld id="{E4E61F8C-8B83-46FD-924E-318F610A73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6457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75" tIns="46139" rIns="92275" bIns="46139" numCol="1" anchor="t" anchorCtr="0" compatLnSpc="1">
            <a:prstTxWarp prst="textNoShape">
              <a:avLst/>
            </a:prstTxWarp>
          </a:bodyPr>
          <a:lstStyle>
            <a:lvl1pPr defTabSz="924192" eaLnBrk="0" hangingPunct="0">
              <a:spcBef>
                <a:spcPct val="0"/>
              </a:spcBef>
              <a:defRPr sz="1200">
                <a:latin typeface="Times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75" tIns="46139" rIns="92275" bIns="46139" numCol="1" anchor="t" anchorCtr="0" compatLnSpc="1">
            <a:prstTxWarp prst="textNoShape">
              <a:avLst/>
            </a:prstTxWarp>
          </a:bodyPr>
          <a:lstStyle>
            <a:lvl1pPr algn="r" defTabSz="924192" eaLnBrk="0" hangingPunct="0">
              <a:spcBef>
                <a:spcPct val="0"/>
              </a:spcBef>
              <a:defRPr sz="1200">
                <a:latin typeface="Times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6400" y="696913"/>
            <a:ext cx="61976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8013"/>
            <a:ext cx="5607050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75" tIns="46139" rIns="92275" bIns="461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93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75" tIns="46139" rIns="92275" bIns="46139" numCol="1" anchor="b" anchorCtr="0" compatLnSpc="1">
            <a:prstTxWarp prst="textNoShape">
              <a:avLst/>
            </a:prstTxWarp>
          </a:bodyPr>
          <a:lstStyle>
            <a:lvl1pPr defTabSz="924192" eaLnBrk="0" hangingPunct="0">
              <a:spcBef>
                <a:spcPct val="0"/>
              </a:spcBef>
              <a:defRPr sz="1200">
                <a:latin typeface="Times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75" tIns="46139" rIns="92275" bIns="46139" numCol="1" anchor="b" anchorCtr="0" compatLnSpc="1">
            <a:prstTxWarp prst="textNoShape">
              <a:avLst/>
            </a:prstTxWarp>
          </a:bodyPr>
          <a:lstStyle>
            <a:lvl1pPr algn="r" defTabSz="924192" eaLnBrk="0" hangingPunct="0">
              <a:spcBef>
                <a:spcPct val="0"/>
              </a:spcBef>
              <a:defRPr sz="1200">
                <a:latin typeface="Times" pitchFamily="18" charset="0"/>
              </a:defRPr>
            </a:lvl1pPr>
          </a:lstStyle>
          <a:p>
            <a:pPr>
              <a:defRPr/>
            </a:pPr>
            <a:fld id="{DB9721C8-080E-4AE7-89F7-9151732499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6688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9721C8-080E-4AE7-89F7-915173249943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423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9721C8-080E-4AE7-89F7-915173249943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/>
          <p:cNvSpPr>
            <a:spLocks noChangeArrowheads="1"/>
          </p:cNvSpPr>
          <p:nvPr/>
        </p:nvSpPr>
        <p:spPr bwMode="auto">
          <a:xfrm rot="5400000">
            <a:off x="3591122" y="-1742878"/>
            <a:ext cx="5013700" cy="12188059"/>
          </a:xfrm>
          <a:prstGeom prst="rect">
            <a:avLst/>
          </a:prstGeom>
          <a:solidFill>
            <a:srgbClr val="00326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defRPr/>
            </a:pPr>
            <a:endParaRPr lang="en-US" sz="200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5024081" y="6085317"/>
            <a:ext cx="2147776" cy="304800"/>
          </a:xfrm>
        </p:spPr>
        <p:txBody>
          <a:bodyPr anchor="ctr"/>
          <a:lstStyle>
            <a:lvl1pPr algn="ctr">
              <a:defRPr>
                <a:solidFill>
                  <a:schemeClr val="bg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62251" y="4509981"/>
            <a:ext cx="9652000" cy="1086040"/>
          </a:xfrm>
        </p:spPr>
        <p:txBody>
          <a:bodyPr anchor="t"/>
          <a:lstStyle>
            <a:lvl1pPr marL="0" indent="0" algn="ctr">
              <a:buFontTx/>
              <a:buNone/>
              <a:defRPr sz="1800" b="0" i="0" spc="100">
                <a:solidFill>
                  <a:srgbClr val="FFFFCC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262251" y="2357674"/>
            <a:ext cx="9652000" cy="2048540"/>
          </a:xfrm>
        </p:spPr>
        <p:txBody>
          <a:bodyPr anchor="ctr"/>
          <a:lstStyle>
            <a:lvl1pPr algn="ctr">
              <a:spcAft>
                <a:spcPts val="0"/>
              </a:spcAft>
              <a:defRPr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 rot="5400000">
            <a:off x="5945572" y="611570"/>
            <a:ext cx="304800" cy="12188061"/>
          </a:xfrm>
          <a:prstGeom prst="rect">
            <a:avLst/>
          </a:prstGeom>
          <a:solidFill>
            <a:srgbClr val="FFCC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000" dirty="0">
                <a:solidFill>
                  <a:srgbClr val="FFCC00"/>
                </a:solidFill>
              </a:rPr>
              <a:t> </a:t>
            </a:r>
          </a:p>
        </p:txBody>
      </p:sp>
      <p:sp>
        <p:nvSpPr>
          <p:cNvPr id="9" name="Rectangle 8"/>
          <p:cNvSpPr>
            <a:spLocks noChangeArrowheads="1"/>
          </p:cNvSpPr>
          <p:nvPr userDrawn="1"/>
        </p:nvSpPr>
        <p:spPr bwMode="auto">
          <a:xfrm rot="5400000">
            <a:off x="5166360" y="-5171623"/>
            <a:ext cx="1843787" cy="12188061"/>
          </a:xfrm>
          <a:prstGeom prst="rect">
            <a:avLst/>
          </a:prstGeom>
          <a:solidFill>
            <a:srgbClr val="FFCC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000" dirty="0">
                <a:solidFill>
                  <a:srgbClr val="FFCC00"/>
                </a:solidFill>
              </a:rPr>
              <a:t> 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855" y="649668"/>
            <a:ext cx="3124229" cy="86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77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rrowheads="1"/>
          </p:cNvSpPr>
          <p:nvPr userDrawn="1"/>
        </p:nvSpPr>
        <p:spPr bwMode="auto">
          <a:xfrm rot="5400000">
            <a:off x="5945572" y="611570"/>
            <a:ext cx="304800" cy="12188061"/>
          </a:xfrm>
          <a:prstGeom prst="rect">
            <a:avLst/>
          </a:prstGeom>
          <a:solidFill>
            <a:srgbClr val="00326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000" dirty="0">
                <a:solidFill>
                  <a:srgbClr val="FFCC00"/>
                </a:solidFill>
              </a:rPr>
              <a:t> </a:t>
            </a:r>
          </a:p>
        </p:txBody>
      </p:sp>
      <p:sp>
        <p:nvSpPr>
          <p:cNvPr id="9" name="Rectangle 8"/>
          <p:cNvSpPr>
            <a:spLocks noChangeArrowheads="1"/>
          </p:cNvSpPr>
          <p:nvPr userDrawn="1"/>
        </p:nvSpPr>
        <p:spPr bwMode="auto">
          <a:xfrm rot="5400000">
            <a:off x="5166360" y="-5171623"/>
            <a:ext cx="1843787" cy="12188061"/>
          </a:xfrm>
          <a:prstGeom prst="rect">
            <a:avLst/>
          </a:prstGeom>
          <a:solidFill>
            <a:srgbClr val="FFCC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000" dirty="0">
                <a:solidFill>
                  <a:srgbClr val="FFCC00"/>
                </a:solidFill>
              </a:rPr>
              <a:t> </a:t>
            </a:r>
          </a:p>
        </p:txBody>
      </p:sp>
      <p:sp>
        <p:nvSpPr>
          <p:cNvPr id="1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5024081" y="6085317"/>
            <a:ext cx="2147776" cy="304800"/>
          </a:xfrm>
        </p:spPr>
        <p:txBody>
          <a:bodyPr anchor="ctr"/>
          <a:lstStyle>
            <a:lvl1pPr algn="ctr"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62251" y="4661592"/>
            <a:ext cx="9652000" cy="1086040"/>
          </a:xfrm>
        </p:spPr>
        <p:txBody>
          <a:bodyPr anchor="t"/>
          <a:lstStyle>
            <a:lvl1pPr marL="0" indent="0" algn="ctr">
              <a:buFontTx/>
              <a:buNone/>
              <a:defRPr sz="1800" b="0" i="0" spc="100">
                <a:solidFill>
                  <a:srgbClr val="00326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262251" y="2509285"/>
            <a:ext cx="9652000" cy="2048540"/>
          </a:xfrm>
        </p:spPr>
        <p:txBody>
          <a:bodyPr anchor="ctr"/>
          <a:lstStyle>
            <a:lvl1pPr algn="ctr">
              <a:spcAft>
                <a:spcPts val="0"/>
              </a:spcAft>
              <a:defRPr b="1">
                <a:solidFill>
                  <a:srgbClr val="003264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855" y="649668"/>
            <a:ext cx="3124229" cy="86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515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/>
          <p:cNvSpPr>
            <a:spLocks noChangeArrowheads="1"/>
          </p:cNvSpPr>
          <p:nvPr/>
        </p:nvSpPr>
        <p:spPr bwMode="auto">
          <a:xfrm rot="5400000">
            <a:off x="2668971" y="-2665029"/>
            <a:ext cx="6858000" cy="12188059"/>
          </a:xfrm>
          <a:prstGeom prst="rect">
            <a:avLst/>
          </a:prstGeom>
          <a:solidFill>
            <a:srgbClr val="00326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defRPr/>
            </a:pPr>
            <a:endParaRPr lang="en-US" sz="2000"/>
          </a:p>
        </p:txBody>
      </p:sp>
      <p:sp>
        <p:nvSpPr>
          <p:cNvPr id="15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262251" y="659971"/>
            <a:ext cx="9652000" cy="2819400"/>
          </a:xfrm>
        </p:spPr>
        <p:txBody>
          <a:bodyPr anchor="b"/>
          <a:lstStyle>
            <a:lvl1pPr algn="ctr">
              <a:spcAft>
                <a:spcPts val="0"/>
              </a:spcAft>
              <a:defRPr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62251" y="3707969"/>
            <a:ext cx="9652000" cy="1371600"/>
          </a:xfrm>
        </p:spPr>
        <p:txBody>
          <a:bodyPr anchor="t"/>
          <a:lstStyle>
            <a:lvl1pPr marL="0" indent="0" algn="ctr">
              <a:buFontTx/>
              <a:buNone/>
              <a:defRPr sz="1800" b="0" i="0" spc="100">
                <a:solidFill>
                  <a:srgbClr val="FFFFCC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 rot="5400000">
            <a:off x="5166361" y="-157924"/>
            <a:ext cx="1843787" cy="12188061"/>
          </a:xfrm>
          <a:prstGeom prst="rect">
            <a:avLst/>
          </a:prstGeom>
          <a:solidFill>
            <a:srgbClr val="FFCC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000" dirty="0">
                <a:solidFill>
                  <a:srgbClr val="FFCC00"/>
                </a:solidFill>
              </a:rPr>
              <a:t> </a:t>
            </a:r>
          </a:p>
        </p:txBody>
      </p:sp>
      <p:sp>
        <p:nvSpPr>
          <p:cNvPr id="18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448800" y="6400800"/>
            <a:ext cx="2540000" cy="304800"/>
          </a:xfrm>
        </p:spPr>
        <p:txBody>
          <a:bodyPr anchor="ctr"/>
          <a:lstStyle>
            <a:lvl1pPr algn="r">
              <a:defRPr>
                <a:solidFill>
                  <a:schemeClr val="bg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855" y="5485179"/>
            <a:ext cx="3124229" cy="86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189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 userDrawn="1"/>
        </p:nvSpPr>
        <p:spPr bwMode="auto">
          <a:xfrm rot="5400000">
            <a:off x="5166361" y="-157924"/>
            <a:ext cx="1843787" cy="12188061"/>
          </a:xfrm>
          <a:prstGeom prst="rect">
            <a:avLst/>
          </a:prstGeom>
          <a:solidFill>
            <a:srgbClr val="FFCC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000" dirty="0">
                <a:solidFill>
                  <a:srgbClr val="FFCC00"/>
                </a:solidFill>
              </a:rPr>
              <a:t> </a:t>
            </a:r>
          </a:p>
        </p:txBody>
      </p:sp>
      <p:sp>
        <p:nvSpPr>
          <p:cNvPr id="18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448800" y="6400800"/>
            <a:ext cx="2540000" cy="304800"/>
          </a:xfrm>
        </p:spPr>
        <p:txBody>
          <a:bodyPr anchor="ctr"/>
          <a:lstStyle>
            <a:lvl1pPr algn="r">
              <a:defRPr>
                <a:solidFill>
                  <a:schemeClr val="bg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262251" y="659972"/>
            <a:ext cx="9652000" cy="2582077"/>
          </a:xfrm>
        </p:spPr>
        <p:txBody>
          <a:bodyPr anchor="b"/>
          <a:lstStyle>
            <a:lvl1pPr algn="ctr">
              <a:spcAft>
                <a:spcPts val="0"/>
              </a:spcAft>
              <a:defRPr b="1">
                <a:solidFill>
                  <a:srgbClr val="003264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62251" y="3362155"/>
            <a:ext cx="9652000" cy="1371600"/>
          </a:xfrm>
        </p:spPr>
        <p:txBody>
          <a:bodyPr anchor="t"/>
          <a:lstStyle>
            <a:lvl1pPr marL="0" indent="0" algn="ctr">
              <a:buFontTx/>
              <a:buNone/>
              <a:defRPr sz="1800" b="0" i="0" spc="100">
                <a:solidFill>
                  <a:srgbClr val="00326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Rectangle 12"/>
          <p:cNvSpPr>
            <a:spLocks noChangeArrowheads="1"/>
          </p:cNvSpPr>
          <p:nvPr userDrawn="1"/>
        </p:nvSpPr>
        <p:spPr bwMode="auto">
          <a:xfrm rot="5400000">
            <a:off x="6040632" y="-1067787"/>
            <a:ext cx="114680" cy="12188061"/>
          </a:xfrm>
          <a:prstGeom prst="rect">
            <a:avLst/>
          </a:prstGeom>
          <a:solidFill>
            <a:srgbClr val="00326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000" dirty="0">
                <a:solidFill>
                  <a:srgbClr val="FFCC00"/>
                </a:solidFill>
              </a:rPr>
              <a:t>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855" y="5485179"/>
            <a:ext cx="3124229" cy="86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51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ChangeArrowheads="1"/>
          </p:cNvSpPr>
          <p:nvPr userDrawn="1"/>
        </p:nvSpPr>
        <p:spPr bwMode="auto">
          <a:xfrm rot="5400000">
            <a:off x="2668971" y="-2665029"/>
            <a:ext cx="6858000" cy="1218805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defRPr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262251" y="1921457"/>
            <a:ext cx="9652000" cy="2048540"/>
          </a:xfrm>
        </p:spPr>
        <p:txBody>
          <a:bodyPr anchor="ctr"/>
          <a:lstStyle>
            <a:lvl1pPr algn="ctr">
              <a:spcAft>
                <a:spcPts val="0"/>
              </a:spcAft>
              <a:defRPr sz="2100" b="1">
                <a:solidFill>
                  <a:srgbClr val="003264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13"/>
          <p:cNvSpPr>
            <a:spLocks noChangeArrowheads="1"/>
          </p:cNvSpPr>
          <p:nvPr userDrawn="1"/>
        </p:nvSpPr>
        <p:spPr bwMode="auto">
          <a:xfrm rot="5400000">
            <a:off x="5553940" y="219941"/>
            <a:ext cx="1088067" cy="12188061"/>
          </a:xfrm>
          <a:prstGeom prst="rect">
            <a:avLst/>
          </a:prstGeom>
          <a:solidFill>
            <a:srgbClr val="FFCC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000" dirty="0">
                <a:solidFill>
                  <a:srgbClr val="FFCC00"/>
                </a:solidFill>
              </a:rPr>
              <a:t>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000" y="6038330"/>
            <a:ext cx="7362336" cy="46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88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3"/>
          <p:cNvSpPr>
            <a:spLocks noChangeArrowheads="1"/>
          </p:cNvSpPr>
          <p:nvPr userDrawn="1"/>
        </p:nvSpPr>
        <p:spPr bwMode="auto">
          <a:xfrm rot="5400000">
            <a:off x="2668971" y="-2665030"/>
            <a:ext cx="6858000" cy="12188059"/>
          </a:xfrm>
          <a:prstGeom prst="rect">
            <a:avLst/>
          </a:prstGeom>
          <a:solidFill>
            <a:srgbClr val="00326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defRPr/>
            </a:pPr>
            <a:endParaRPr lang="en-US" sz="200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262251" y="1921457"/>
            <a:ext cx="9652000" cy="2048540"/>
          </a:xfrm>
        </p:spPr>
        <p:txBody>
          <a:bodyPr anchor="ctr"/>
          <a:lstStyle>
            <a:lvl1pPr algn="ctr">
              <a:spcAft>
                <a:spcPts val="0"/>
              </a:spcAft>
              <a:defRPr sz="2100"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694" y="6038330"/>
            <a:ext cx="7362949" cy="46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579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/>
          <p:cNvSpPr>
            <a:spLocks noChangeArrowheads="1"/>
          </p:cNvSpPr>
          <p:nvPr userDrawn="1"/>
        </p:nvSpPr>
        <p:spPr bwMode="auto">
          <a:xfrm rot="5400000">
            <a:off x="2668971" y="-2665029"/>
            <a:ext cx="6858000" cy="1218805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defRPr/>
            </a:pP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1" y="2"/>
            <a:ext cx="12192000" cy="5769929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Rectangle 13"/>
          <p:cNvSpPr>
            <a:spLocks noChangeArrowheads="1"/>
          </p:cNvSpPr>
          <p:nvPr userDrawn="1"/>
        </p:nvSpPr>
        <p:spPr bwMode="auto">
          <a:xfrm rot="5400000">
            <a:off x="5553940" y="219941"/>
            <a:ext cx="1088067" cy="12188061"/>
          </a:xfrm>
          <a:prstGeom prst="rect">
            <a:avLst/>
          </a:prstGeom>
          <a:solidFill>
            <a:srgbClr val="FFCC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000" dirty="0">
                <a:solidFill>
                  <a:srgbClr val="FFCC00"/>
                </a:solidFill>
              </a:rPr>
              <a:t> 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000" y="6038330"/>
            <a:ext cx="7362336" cy="46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674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auto">
          <a:xfrm>
            <a:off x="0" y="1151819"/>
            <a:ext cx="12192000" cy="40011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377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5427" y="147287"/>
            <a:ext cx="11086935" cy="990600"/>
          </a:xfrm>
        </p:spPr>
        <p:txBody>
          <a:bodyPr anchor="ctr"/>
          <a:lstStyle>
            <a:lvl1pPr>
              <a:defRPr sz="2800" cap="small" baseline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424" y="1358555"/>
            <a:ext cx="11086936" cy="5001061"/>
          </a:xfrm>
        </p:spPr>
        <p:txBody>
          <a:bodyPr/>
          <a:lstStyle>
            <a:lvl1pPr>
              <a:buClr>
                <a:srgbClr val="003264"/>
              </a:buClr>
              <a:buFont typeface="Arial"/>
              <a:buChar char="•"/>
              <a:defRPr baseline="0">
                <a:solidFill>
                  <a:srgbClr val="003D7C"/>
                </a:solidFill>
              </a:defRPr>
            </a:lvl1pPr>
            <a:lvl2pPr>
              <a:defRPr baseline="0">
                <a:solidFill>
                  <a:srgbClr val="0070C0"/>
                </a:solidFill>
              </a:defRPr>
            </a:lvl2pPr>
            <a:lvl3pPr>
              <a:defRPr>
                <a:solidFill>
                  <a:srgbClr val="0070C0"/>
                </a:solidFill>
              </a:defRPr>
            </a:lvl3pPr>
            <a:lvl4pPr>
              <a:defRPr baseline="0">
                <a:solidFill>
                  <a:srgbClr val="0070C0"/>
                </a:solidFill>
              </a:defRPr>
            </a:lvl4pPr>
            <a:lvl5pPr>
              <a:defRPr>
                <a:solidFill>
                  <a:srgbClr val="0070C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022016" y="6553200"/>
            <a:ext cx="2660344" cy="304800"/>
          </a:xfrm>
          <a:ln/>
        </p:spPr>
        <p:txBody>
          <a:bodyPr/>
          <a:lstStyle>
            <a:lvl1pPr>
              <a:defRPr>
                <a:latin typeface="Arial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95425" y="6553200"/>
            <a:ext cx="6570492" cy="3048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549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auto">
          <a:xfrm>
            <a:off x="0" y="1151819"/>
            <a:ext cx="12192000" cy="40011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377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47287"/>
            <a:ext cx="11074400" cy="990600"/>
          </a:xfrm>
        </p:spPr>
        <p:txBody>
          <a:bodyPr anchor="ctr"/>
          <a:lstStyle>
            <a:lvl1pPr>
              <a:defRPr sz="2800" cap="small" baseline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58555"/>
            <a:ext cx="11074400" cy="5001061"/>
          </a:xfrm>
        </p:spPr>
        <p:txBody>
          <a:bodyPr/>
          <a:lstStyle>
            <a:lvl1pPr>
              <a:buClr>
                <a:srgbClr val="003264"/>
              </a:buClr>
              <a:buFont typeface="Arial"/>
              <a:buChar char="•"/>
              <a:defRPr baseline="0">
                <a:solidFill>
                  <a:srgbClr val="003D7C"/>
                </a:solidFill>
              </a:defRPr>
            </a:lvl1pPr>
            <a:lvl2pPr>
              <a:defRPr baseline="0">
                <a:solidFill>
                  <a:srgbClr val="0070C0"/>
                </a:solidFill>
              </a:defRPr>
            </a:lvl2pPr>
            <a:lvl3pPr>
              <a:defRPr>
                <a:solidFill>
                  <a:srgbClr val="0070C0"/>
                </a:solidFill>
              </a:defRPr>
            </a:lvl3pPr>
            <a:lvl4pPr>
              <a:defRPr baseline="0">
                <a:solidFill>
                  <a:srgbClr val="0070C0"/>
                </a:solidFill>
              </a:defRPr>
            </a:lvl4pPr>
            <a:lvl5pPr>
              <a:defRPr>
                <a:solidFill>
                  <a:srgbClr val="0070C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latin typeface="Arial Hebrew Scholar" charset="-79"/>
                <a:ea typeface="Arial Hebrew Scholar" charset="-79"/>
                <a:cs typeface="Arial Hebrew Scholar" charset="-79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64530E-D695-45C9-AFB6-E411BBE097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33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 bwMode="auto">
          <a:xfrm>
            <a:off x="0" y="1151819"/>
            <a:ext cx="12192000" cy="40011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377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2" y="1358557"/>
            <a:ext cx="5442095" cy="5001061"/>
          </a:xfrm>
        </p:spPr>
        <p:txBody>
          <a:bodyPr anchor="t"/>
          <a:lstStyle>
            <a:lvl1pPr>
              <a:buClr>
                <a:srgbClr val="003264"/>
              </a:buClr>
              <a:buFont typeface="Arial"/>
              <a:buChar char="•"/>
              <a:defRPr sz="2100"/>
            </a:lvl1pPr>
            <a:lvl2pPr>
              <a:defRPr sz="1800">
                <a:solidFill>
                  <a:srgbClr val="0070C0"/>
                </a:solidFill>
              </a:defRPr>
            </a:lvl2pPr>
            <a:lvl3pPr>
              <a:defRPr sz="1800">
                <a:solidFill>
                  <a:srgbClr val="0070C0"/>
                </a:solidFill>
              </a:defRPr>
            </a:lvl3pPr>
            <a:lvl4pPr>
              <a:defRPr sz="1600">
                <a:solidFill>
                  <a:srgbClr val="0070C0"/>
                </a:solidFill>
              </a:defRPr>
            </a:lvl4pPr>
            <a:lvl5pPr>
              <a:defRPr sz="1400">
                <a:solidFill>
                  <a:srgbClr val="0070C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58557"/>
            <a:ext cx="5486400" cy="5001061"/>
          </a:xfrm>
        </p:spPr>
        <p:txBody>
          <a:bodyPr anchor="t"/>
          <a:lstStyle>
            <a:lvl1pPr>
              <a:buClr>
                <a:srgbClr val="003264"/>
              </a:buClr>
              <a:buFont typeface="Arial"/>
              <a:buChar char="•"/>
              <a:defRPr sz="2100"/>
            </a:lvl1pPr>
            <a:lvl2pPr>
              <a:defRPr sz="1800">
                <a:solidFill>
                  <a:srgbClr val="0070C0"/>
                </a:solidFill>
              </a:defRPr>
            </a:lvl2pPr>
            <a:lvl3pPr>
              <a:defRPr sz="1800">
                <a:solidFill>
                  <a:srgbClr val="0070C0"/>
                </a:solidFill>
              </a:defRPr>
            </a:lvl3pPr>
            <a:lvl4pPr>
              <a:defRPr sz="1600">
                <a:solidFill>
                  <a:srgbClr val="0070C0"/>
                </a:solidFill>
              </a:defRPr>
            </a:lvl4pPr>
            <a:lvl5pPr>
              <a:defRPr sz="1400">
                <a:solidFill>
                  <a:srgbClr val="0070C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C9D31-C077-4F1D-9A24-5EC35A00F9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823885" y="6553200"/>
            <a:ext cx="3858475" cy="304800"/>
          </a:xfrm>
          <a:ln/>
        </p:spPr>
        <p:txBody>
          <a:bodyPr/>
          <a:lstStyle>
            <a:lvl1pPr>
              <a:defRPr>
                <a:latin typeface="Arial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159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57131"/>
            <a:ext cx="11074400" cy="990600"/>
          </a:xfrm>
        </p:spPr>
        <p:txBody>
          <a:bodyPr/>
          <a:lstStyle>
            <a:lvl1pPr>
              <a:defRPr sz="2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0" y="1151819"/>
            <a:ext cx="12192000" cy="40011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377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3857" y="1351145"/>
            <a:ext cx="5500347" cy="5008472"/>
          </a:xfrm>
        </p:spPr>
        <p:txBody>
          <a:bodyPr/>
          <a:lstStyle>
            <a:lvl1pPr>
              <a:buFont typeface="Arial"/>
              <a:buChar char="•"/>
              <a:defRPr sz="2000"/>
            </a:lvl1pPr>
            <a:lvl2pPr>
              <a:defRPr sz="1800">
                <a:solidFill>
                  <a:srgbClr val="0070C0"/>
                </a:solidFill>
              </a:defRPr>
            </a:lvl2pPr>
            <a:lvl3pPr>
              <a:defRPr sz="1800">
                <a:solidFill>
                  <a:srgbClr val="0070C0"/>
                </a:solidFill>
              </a:defRPr>
            </a:lvl3pPr>
            <a:lvl4pPr>
              <a:defRPr sz="1600">
                <a:solidFill>
                  <a:srgbClr val="0070C0"/>
                </a:solidFill>
              </a:defRPr>
            </a:lvl4pPr>
            <a:lvl5pPr>
              <a:defRPr sz="1400">
                <a:solidFill>
                  <a:srgbClr val="0070C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2" y="1351145"/>
            <a:ext cx="5485716" cy="2439029"/>
          </a:xfrm>
        </p:spPr>
        <p:txBody>
          <a:bodyPr/>
          <a:lstStyle>
            <a:lvl1pPr>
              <a:buFont typeface="Arial"/>
              <a:buChar char="•"/>
              <a:defRPr sz="2000"/>
            </a:lvl1pPr>
            <a:lvl2pPr>
              <a:defRPr sz="1800">
                <a:solidFill>
                  <a:srgbClr val="0070C0"/>
                </a:solidFill>
              </a:defRPr>
            </a:lvl2pPr>
            <a:lvl3pPr>
              <a:defRPr sz="1800">
                <a:solidFill>
                  <a:srgbClr val="0070C0"/>
                </a:solidFill>
              </a:defRPr>
            </a:lvl3pPr>
            <a:lvl4pPr>
              <a:defRPr sz="1600">
                <a:solidFill>
                  <a:srgbClr val="0070C0"/>
                </a:solidFill>
              </a:defRPr>
            </a:lvl4pPr>
            <a:lvl5pPr>
              <a:defRPr sz="1400">
                <a:solidFill>
                  <a:srgbClr val="0070C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2" y="3868933"/>
            <a:ext cx="5485716" cy="2490685"/>
          </a:xfrm>
        </p:spPr>
        <p:txBody>
          <a:bodyPr/>
          <a:lstStyle>
            <a:lvl1pPr>
              <a:buFont typeface="Arial"/>
              <a:buChar char="•"/>
              <a:defRPr sz="2000"/>
            </a:lvl1pPr>
            <a:lvl2pPr>
              <a:defRPr sz="1900">
                <a:solidFill>
                  <a:srgbClr val="0070C0"/>
                </a:solidFill>
              </a:defRPr>
            </a:lvl2pPr>
            <a:lvl3pPr>
              <a:defRPr sz="1800">
                <a:solidFill>
                  <a:srgbClr val="0070C0"/>
                </a:solidFill>
              </a:defRPr>
            </a:lvl3pPr>
            <a:lvl4pPr>
              <a:defRPr sz="1600">
                <a:solidFill>
                  <a:srgbClr val="0070C0"/>
                </a:solidFill>
              </a:defRPr>
            </a:lvl4pPr>
            <a:lvl5pPr>
              <a:defRPr sz="1400">
                <a:solidFill>
                  <a:srgbClr val="0070C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A02BB6-1A9C-452C-B494-FBD8DDFC7C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823885" y="6553200"/>
            <a:ext cx="3858475" cy="304800"/>
          </a:xfrm>
          <a:ln/>
        </p:spPr>
        <p:txBody>
          <a:bodyPr/>
          <a:lstStyle>
            <a:lvl1pPr>
              <a:defRPr>
                <a:latin typeface="Arial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329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 bwMode="auto">
          <a:xfrm>
            <a:off x="0" y="1151819"/>
            <a:ext cx="12192000" cy="40011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377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3860" y="1301923"/>
            <a:ext cx="5434711" cy="2478407"/>
          </a:xfrm>
        </p:spPr>
        <p:txBody>
          <a:bodyPr/>
          <a:lstStyle>
            <a:lvl1pPr>
              <a:defRPr sz="2100"/>
            </a:lvl1pPr>
            <a:lvl2pPr>
              <a:defRPr sz="1800">
                <a:solidFill>
                  <a:srgbClr val="0070C0"/>
                </a:solidFill>
              </a:defRPr>
            </a:lvl2pPr>
            <a:lvl3pPr>
              <a:defRPr sz="1800">
                <a:solidFill>
                  <a:srgbClr val="0070C0"/>
                </a:solidFill>
              </a:defRPr>
            </a:lvl3pPr>
            <a:lvl4pPr>
              <a:defRPr sz="1600">
                <a:solidFill>
                  <a:srgbClr val="0070C0"/>
                </a:solidFill>
              </a:defRPr>
            </a:lvl4pPr>
            <a:lvl5pPr>
              <a:defRPr sz="1400">
                <a:solidFill>
                  <a:srgbClr val="0070C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2" y="1301923"/>
            <a:ext cx="5485716" cy="2478407"/>
          </a:xfrm>
        </p:spPr>
        <p:txBody>
          <a:bodyPr/>
          <a:lstStyle>
            <a:lvl1pPr>
              <a:defRPr sz="2100"/>
            </a:lvl1pPr>
            <a:lvl2pPr>
              <a:defRPr sz="1800">
                <a:solidFill>
                  <a:srgbClr val="0070C0"/>
                </a:solidFill>
              </a:defRPr>
            </a:lvl2pPr>
            <a:lvl3pPr>
              <a:defRPr sz="1800">
                <a:solidFill>
                  <a:srgbClr val="0070C0"/>
                </a:solidFill>
              </a:defRPr>
            </a:lvl3pPr>
            <a:lvl4pPr>
              <a:defRPr sz="1600">
                <a:solidFill>
                  <a:srgbClr val="0070C0"/>
                </a:solidFill>
              </a:defRPr>
            </a:lvl4pPr>
            <a:lvl5pPr>
              <a:defRPr sz="1400">
                <a:solidFill>
                  <a:srgbClr val="0070C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3860" y="3937846"/>
            <a:ext cx="5434711" cy="2461151"/>
          </a:xfrm>
        </p:spPr>
        <p:txBody>
          <a:bodyPr/>
          <a:lstStyle>
            <a:lvl1pPr>
              <a:defRPr sz="2100"/>
            </a:lvl1pPr>
            <a:lvl2pPr>
              <a:defRPr sz="1800">
                <a:solidFill>
                  <a:srgbClr val="0070C0"/>
                </a:solidFill>
              </a:defRPr>
            </a:lvl2pPr>
            <a:lvl3pPr>
              <a:defRPr sz="1800">
                <a:solidFill>
                  <a:srgbClr val="0070C0"/>
                </a:solidFill>
              </a:defRPr>
            </a:lvl3pPr>
            <a:lvl4pPr>
              <a:defRPr sz="1600">
                <a:solidFill>
                  <a:srgbClr val="0070C0"/>
                </a:solidFill>
              </a:defRPr>
            </a:lvl4pPr>
            <a:lvl5pPr>
              <a:defRPr sz="1400">
                <a:solidFill>
                  <a:srgbClr val="0070C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2" y="3937846"/>
            <a:ext cx="5485716" cy="2461151"/>
          </a:xfrm>
        </p:spPr>
        <p:txBody>
          <a:bodyPr/>
          <a:lstStyle>
            <a:lvl1pPr>
              <a:defRPr sz="2100"/>
            </a:lvl1pPr>
            <a:lvl2pPr>
              <a:defRPr sz="1800">
                <a:solidFill>
                  <a:srgbClr val="0070C0"/>
                </a:solidFill>
              </a:defRPr>
            </a:lvl2pPr>
            <a:lvl3pPr>
              <a:defRPr sz="1800">
                <a:solidFill>
                  <a:srgbClr val="0070C0"/>
                </a:solidFill>
              </a:defRPr>
            </a:lvl3pPr>
            <a:lvl4pPr>
              <a:defRPr sz="1600">
                <a:solidFill>
                  <a:srgbClr val="0070C0"/>
                </a:solidFill>
              </a:defRPr>
            </a:lvl4pPr>
            <a:lvl5pPr>
              <a:defRPr sz="1400">
                <a:solidFill>
                  <a:srgbClr val="0070C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A6E62A-80FB-44D8-8A0D-CECAD572AF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57131"/>
            <a:ext cx="11074400" cy="990600"/>
          </a:xfrm>
        </p:spPr>
        <p:txBody>
          <a:bodyPr/>
          <a:lstStyle>
            <a:lvl1pPr>
              <a:defRPr sz="2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65435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 bwMode="auto">
          <a:xfrm>
            <a:off x="0" y="1151819"/>
            <a:ext cx="12192000" cy="40011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377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Table Placeholder 2"/>
          <p:cNvSpPr>
            <a:spLocks noGrp="1"/>
          </p:cNvSpPr>
          <p:nvPr>
            <p:ph type="tbl" idx="1" hasCustomPrompt="1"/>
          </p:nvPr>
        </p:nvSpPr>
        <p:spPr>
          <a:xfrm>
            <a:off x="603861" y="1348711"/>
            <a:ext cx="11079457" cy="5010907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 noProof="0" dirty="0"/>
              <a:t>Table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8180C0-0ACE-425D-849B-9C4339D949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57131"/>
            <a:ext cx="11074400" cy="990600"/>
          </a:xfrm>
        </p:spPr>
        <p:txBody>
          <a:bodyPr/>
          <a:lstStyle>
            <a:lvl1pPr>
              <a:defRPr sz="2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823885" y="6553200"/>
            <a:ext cx="3858475" cy="304800"/>
          </a:xfrm>
          <a:ln/>
        </p:spPr>
        <p:txBody>
          <a:bodyPr/>
          <a:lstStyle>
            <a:lvl1pPr>
              <a:defRPr>
                <a:latin typeface="Arial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2800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4662" y="4800601"/>
            <a:ext cx="8913452" cy="566739"/>
          </a:xfrm>
        </p:spPr>
        <p:txBody>
          <a:bodyPr anchor="ctr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14663" y="612775"/>
            <a:ext cx="8913452" cy="4114800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4662" y="5367339"/>
            <a:ext cx="8913452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4716E3-BCC5-4306-8204-3518F1026F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823885" y="6553200"/>
            <a:ext cx="3858475" cy="304800"/>
          </a:xfrm>
          <a:ln/>
        </p:spPr>
        <p:txBody>
          <a:bodyPr/>
          <a:lstStyle>
            <a:lvl1pPr>
              <a:defRPr>
                <a:latin typeface="Arial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515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03D58AA-EB78-7A4A-AA34-C0122A6D8EF0}"/>
              </a:ext>
            </a:extLst>
          </p:cNvPr>
          <p:cNvSpPr/>
          <p:nvPr userDrawn="1"/>
        </p:nvSpPr>
        <p:spPr>
          <a:xfrm>
            <a:off x="-101204" y="-55564"/>
            <a:ext cx="12345591" cy="7122319"/>
          </a:xfrm>
          <a:prstGeom prst="rect">
            <a:avLst/>
          </a:prstGeom>
          <a:solidFill>
            <a:srgbClr val="182A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3466"/>
              </a:highlight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3999" y="1563290"/>
            <a:ext cx="9144000" cy="1835150"/>
          </a:xfrm>
        </p:spPr>
        <p:txBody>
          <a:bodyPr anchor="t" anchorCtr="0"/>
          <a:lstStyle>
            <a:lvl1pPr algn="ctr">
              <a:defRPr sz="6000" b="1">
                <a:solidFill>
                  <a:srgbClr val="F8B7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3999" y="3410347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Subheader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2CAF0F-C2A0-6040-8FE1-E6BCB779BB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38200" y="5613400"/>
            <a:ext cx="11353800" cy="1244600"/>
          </a:xfrm>
          <a:prstGeom prst="rect">
            <a:avLst/>
          </a:prstGeom>
        </p:spPr>
      </p:pic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EEAE2518-40DD-564C-9620-AEF456CF03F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502" y="6054090"/>
            <a:ext cx="7452995" cy="36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4643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664075"/>
          </a:xfrm>
        </p:spPr>
        <p:txBody>
          <a:bodyPr/>
          <a:lstStyle>
            <a:lvl1pPr>
              <a:defRPr>
                <a:solidFill>
                  <a:srgbClr val="003466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141B2A74-2816-7F4F-81D1-3A7F516966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125"/>
            <a:ext cx="11353800" cy="1244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667461" cy="97901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94559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550406"/>
            <a:ext cx="10515600" cy="2852737"/>
          </a:xfrm>
        </p:spPr>
        <p:txBody>
          <a:bodyPr anchor="t" anchorCtr="0"/>
          <a:lstStyle>
            <a:lvl1pPr>
              <a:defRPr sz="6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430131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E1812C-53FF-8542-A0C1-D61518344E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38200" y="5613400"/>
            <a:ext cx="11353800" cy="1244600"/>
          </a:xfrm>
          <a:prstGeom prst="rect">
            <a:avLst/>
          </a:prstGeom>
        </p:spPr>
      </p:pic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0DF1BD08-DEC5-E045-8D33-E4DE1843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502" y="6054090"/>
            <a:ext cx="7452995" cy="36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1550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F4C54FA4-D324-2644-97E1-46597FF6AD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125"/>
            <a:ext cx="11353800" cy="1244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262941"/>
          </a:xfrm>
        </p:spPr>
        <p:txBody>
          <a:bodyPr/>
          <a:lstStyle>
            <a:lvl1pPr>
              <a:defRPr>
                <a:solidFill>
                  <a:srgbClr val="003466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4262941"/>
          </a:xfrm>
        </p:spPr>
        <p:txBody>
          <a:bodyPr/>
          <a:lstStyle>
            <a:lvl1pPr>
              <a:defRPr>
                <a:solidFill>
                  <a:srgbClr val="003466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E8DF8F-D3EB-304B-8F1F-AFAA1F5ECF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50" y="6464300"/>
            <a:ext cx="113538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5654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ADBEA452-4C37-2A4C-A60D-04B290157C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125"/>
            <a:ext cx="11353800" cy="1244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63525"/>
            <a:ext cx="10515600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5795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403474"/>
            <a:ext cx="5157787" cy="38189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5795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403474"/>
            <a:ext cx="5183188" cy="38189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014854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76151C51-513F-244F-8DFE-F822FB7D24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125"/>
            <a:ext cx="11353800" cy="1244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D8E345AA-D6A0-F84F-B7CE-51DC932BDDA0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838200" y="1673225"/>
            <a:ext cx="10515600" cy="48196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3569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B9DECEAD-AC18-5343-A96F-F2AA0E2746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125"/>
            <a:ext cx="11353800" cy="1244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548632-27BE-C548-9919-526967015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54727A-0604-6C48-9EF4-09B741C2C58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38200" y="5613400"/>
            <a:ext cx="11353800" cy="1244600"/>
          </a:xfrm>
          <a:prstGeom prst="rect">
            <a:avLst/>
          </a:prstGeom>
        </p:spPr>
      </p:pic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745203F1-3836-6C47-823F-36242DE683C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502" y="6054090"/>
            <a:ext cx="7452995" cy="36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479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"/>
          <p:cNvSpPr>
            <a:spLocks noGrp="1"/>
          </p:cNvSpPr>
          <p:nvPr>
            <p:ph type="body" idx="1"/>
          </p:nvPr>
        </p:nvSpPr>
        <p:spPr>
          <a:xfrm>
            <a:off x="1465762" y="627866"/>
            <a:ext cx="4548529" cy="823912"/>
          </a:xfrm>
        </p:spPr>
        <p:txBody>
          <a:bodyPr anchor="t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10"/>
          </p:nvPr>
        </p:nvSpPr>
        <p:spPr>
          <a:xfrm>
            <a:off x="6299724" y="635486"/>
            <a:ext cx="4546577" cy="823912"/>
          </a:xfrm>
        </p:spPr>
        <p:txBody>
          <a:bodyPr anchor="t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30"/>
          <p:cNvSpPr>
            <a:spLocks noGrp="1"/>
          </p:cNvSpPr>
          <p:nvPr>
            <p:ph type="pic" sz="quarter" idx="11"/>
          </p:nvPr>
        </p:nvSpPr>
        <p:spPr>
          <a:xfrm>
            <a:off x="1465762" y="1566484"/>
            <a:ext cx="4548529" cy="302139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2" name="Picture Placeholder 30"/>
          <p:cNvSpPr>
            <a:spLocks noGrp="1"/>
          </p:cNvSpPr>
          <p:nvPr>
            <p:ph type="pic" sz="quarter" idx="12"/>
          </p:nvPr>
        </p:nvSpPr>
        <p:spPr>
          <a:xfrm>
            <a:off x="6299723" y="1566484"/>
            <a:ext cx="4548529" cy="302139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4" name="Picture Placeholder 33"/>
          <p:cNvSpPr>
            <a:spLocks noGrp="1"/>
          </p:cNvSpPr>
          <p:nvPr>
            <p:ph type="pic" sz="quarter" idx="13"/>
          </p:nvPr>
        </p:nvSpPr>
        <p:spPr>
          <a:xfrm>
            <a:off x="1465762" y="4702587"/>
            <a:ext cx="2208167" cy="149383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6" name="Picture Placeholder 33"/>
          <p:cNvSpPr>
            <a:spLocks noGrp="1"/>
          </p:cNvSpPr>
          <p:nvPr>
            <p:ph type="pic" sz="quarter" idx="14"/>
          </p:nvPr>
        </p:nvSpPr>
        <p:spPr>
          <a:xfrm>
            <a:off x="3806124" y="4702587"/>
            <a:ext cx="2208167" cy="149383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7" name="Picture Placeholder 33"/>
          <p:cNvSpPr>
            <a:spLocks noGrp="1"/>
          </p:cNvSpPr>
          <p:nvPr>
            <p:ph type="pic" sz="quarter" idx="15"/>
          </p:nvPr>
        </p:nvSpPr>
        <p:spPr>
          <a:xfrm>
            <a:off x="6297772" y="4702587"/>
            <a:ext cx="2208167" cy="149383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8" name="Picture Placeholder 33"/>
          <p:cNvSpPr>
            <a:spLocks noGrp="1"/>
          </p:cNvSpPr>
          <p:nvPr>
            <p:ph type="pic" sz="quarter" idx="16"/>
          </p:nvPr>
        </p:nvSpPr>
        <p:spPr>
          <a:xfrm>
            <a:off x="8638134" y="4702587"/>
            <a:ext cx="2208167" cy="149383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D61E93F-0B51-8A47-B1D4-0BE346EB86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197600" y="6464300"/>
            <a:ext cx="5994400" cy="393700"/>
          </a:xfrm>
          <a:prstGeom prst="rect">
            <a:avLst/>
          </a:prstGeom>
        </p:spPr>
      </p:pic>
      <p:pic>
        <p:nvPicPr>
          <p:cNvPr id="23" name="Picture 22" descr="A close up of a logo&#10;&#10;Description automatically generated">
            <a:extLst>
              <a:ext uri="{FF2B5EF4-FFF2-40B4-BE49-F238E27FC236}">
                <a16:creationId xmlns:a16="http://schemas.microsoft.com/office/drawing/2014/main" id="{D4B85887-6933-9C41-9EF1-116BEB1F4C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9944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8925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9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9734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D7AB5277-A3E9-2A46-9BFD-861956ADE7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994400" cy="3937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53C02C7-1F70-F944-9841-D4C78F4F6C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12" y="6464300"/>
            <a:ext cx="113538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8602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7275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1B7540-0581-5648-ACE8-9AAA3DC81B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197600" y="6464300"/>
            <a:ext cx="5994400" cy="393700"/>
          </a:xfrm>
          <a:prstGeom prst="rect">
            <a:avLst/>
          </a:prstGeom>
        </p:spPr>
      </p:pic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873C09CF-1956-034E-8141-A58186FD2EB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" y="0"/>
            <a:ext cx="113538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810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>
            <a:spLocks noChangeArrowheads="1"/>
          </p:cNvSpPr>
          <p:nvPr/>
        </p:nvSpPr>
        <p:spPr bwMode="auto">
          <a:xfrm rot="5400000">
            <a:off x="2668971" y="-2665029"/>
            <a:ext cx="6858000" cy="12188059"/>
          </a:xfrm>
          <a:prstGeom prst="rect">
            <a:avLst/>
          </a:prstGeom>
          <a:solidFill>
            <a:srgbClr val="00326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defRPr/>
            </a:pPr>
            <a:endParaRPr lang="en-US" sz="2000"/>
          </a:p>
        </p:txBody>
      </p:sp>
      <p:sp>
        <p:nvSpPr>
          <p:cNvPr id="1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5024081" y="5745753"/>
            <a:ext cx="2147776" cy="304800"/>
          </a:xfrm>
        </p:spPr>
        <p:txBody>
          <a:bodyPr anchor="ctr"/>
          <a:lstStyle>
            <a:lvl1pPr algn="ctr">
              <a:defRPr>
                <a:solidFill>
                  <a:schemeClr val="bg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023309ED-A3F5-1148-A338-EFA8C9AAB689}" type="datetimeFigureOut">
              <a:rPr lang="en-US" smtClean="0"/>
              <a:t>5/27/24</a:t>
            </a:fld>
            <a:endParaRPr lang="en-US"/>
          </a:p>
        </p:txBody>
      </p:sp>
      <p:sp>
        <p:nvSpPr>
          <p:cNvPr id="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62251" y="4461865"/>
            <a:ext cx="9652000" cy="1086040"/>
          </a:xfrm>
        </p:spPr>
        <p:txBody>
          <a:bodyPr anchor="t"/>
          <a:lstStyle>
            <a:lvl1pPr marL="0" indent="0" algn="ctr">
              <a:buFontTx/>
              <a:buNone/>
              <a:defRPr sz="1800" b="0" i="0" spc="100">
                <a:solidFill>
                  <a:srgbClr val="FFFFCC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262251" y="2309558"/>
            <a:ext cx="9652000" cy="2048540"/>
          </a:xfrm>
        </p:spPr>
        <p:txBody>
          <a:bodyPr anchor="ctr"/>
          <a:lstStyle>
            <a:lvl1pPr algn="ctr">
              <a:spcAft>
                <a:spcPts val="0"/>
              </a:spcAft>
              <a:defRPr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6" descr="Prim-H2L_School of Informatics Computing and Cyber Systems-rev.png">
            <a:extLst>
              <a:ext uri="{FF2B5EF4-FFF2-40B4-BE49-F238E27FC236}">
                <a16:creationId xmlns:a16="http://schemas.microsoft.com/office/drawing/2014/main" id="{C7C4CDF3-AC9D-684C-94A1-6FCDF7B8F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323" y="388719"/>
            <a:ext cx="8833856" cy="1532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3493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3"/>
          <p:cNvSpPr>
            <a:spLocks noChangeArrowheads="1"/>
          </p:cNvSpPr>
          <p:nvPr userDrawn="1"/>
        </p:nvSpPr>
        <p:spPr bwMode="auto">
          <a:xfrm rot="5400000">
            <a:off x="5827329" y="497271"/>
            <a:ext cx="533400" cy="12188059"/>
          </a:xfrm>
          <a:prstGeom prst="rect">
            <a:avLst/>
          </a:prstGeom>
          <a:solidFill>
            <a:srgbClr val="00326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defRPr/>
            </a:pPr>
            <a:endParaRPr lang="en-US" sz="2000"/>
          </a:p>
        </p:txBody>
      </p:sp>
      <p:sp>
        <p:nvSpPr>
          <p:cNvPr id="11" name="Rectangle 13"/>
          <p:cNvSpPr>
            <a:spLocks noChangeArrowheads="1"/>
          </p:cNvSpPr>
          <p:nvPr userDrawn="1"/>
        </p:nvSpPr>
        <p:spPr bwMode="auto">
          <a:xfrm rot="5400000">
            <a:off x="5529030" y="-5525089"/>
            <a:ext cx="1137884" cy="12188059"/>
          </a:xfrm>
          <a:prstGeom prst="rect">
            <a:avLst/>
          </a:prstGeom>
          <a:solidFill>
            <a:srgbClr val="FBCE2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defRPr/>
            </a:pPr>
            <a:endParaRPr lang="en-US" sz="200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47284"/>
            <a:ext cx="11074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68403"/>
            <a:ext cx="11074400" cy="4956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797629" y="6553200"/>
            <a:ext cx="3884731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800" b="1" i="0" u="none" kern="1500" cap="all" spc="1500">
                <a:solidFill>
                  <a:schemeClr val="bg1"/>
                </a:solidFill>
                <a:latin typeface="Rial"/>
                <a:cs typeface="Rial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3173" y="6553200"/>
            <a:ext cx="3860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defRPr sz="800" b="1" i="0" u="none" kern="1500" cap="all" spc="15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873929" y="6553200"/>
            <a:ext cx="2540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spcBef>
                <a:spcPct val="0"/>
              </a:spcBef>
              <a:defRPr sz="900" b="1" i="0" u="none" cap="all">
                <a:solidFill>
                  <a:schemeClr val="bg1"/>
                </a:solidFill>
                <a:latin typeface="Rial"/>
                <a:cs typeface="Rial"/>
              </a:defRPr>
            </a:lvl1pPr>
          </a:lstStyle>
          <a:p>
            <a:pPr>
              <a:defRPr/>
            </a:pPr>
            <a:fld id="{1BD493C5-18C0-4657-ABB8-57661F65AEB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4106" name="Straight Connector 11"/>
          <p:cNvCxnSpPr>
            <a:cxnSpLocks noChangeShapeType="1"/>
          </p:cNvCxnSpPr>
          <p:nvPr/>
        </p:nvCxnSpPr>
        <p:spPr bwMode="auto">
          <a:xfrm>
            <a:off x="1432079" y="1137884"/>
            <a:ext cx="10353524" cy="159104"/>
          </a:xfrm>
          <a:prstGeom prst="line">
            <a:avLst/>
          </a:prstGeom>
          <a:noFill/>
          <a:ln w="9525" algn="ctr">
            <a:noFill/>
            <a:round/>
            <a:headEnd/>
            <a:tailEnd/>
          </a:ln>
        </p:spPr>
      </p:cxnSp>
      <p:cxnSp>
        <p:nvCxnSpPr>
          <p:cNvPr id="4107" name="Straight Connector 20"/>
          <p:cNvCxnSpPr>
            <a:cxnSpLocks noChangeShapeType="1"/>
          </p:cNvCxnSpPr>
          <p:nvPr/>
        </p:nvCxnSpPr>
        <p:spPr bwMode="auto">
          <a:xfrm rot="5400000" flipH="1" flipV="1">
            <a:off x="11440850" y="723637"/>
            <a:ext cx="77788" cy="2116"/>
          </a:xfrm>
          <a:prstGeom prst="line">
            <a:avLst/>
          </a:prstGeom>
          <a:noFill/>
          <a:ln w="9525" algn="ctr">
            <a:noFill/>
            <a:round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255735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79" r:id="rId2"/>
    <p:sldLayoutId id="2147483782" r:id="rId3"/>
    <p:sldLayoutId id="2147483797" r:id="rId4"/>
    <p:sldLayoutId id="2147483784" r:id="rId5"/>
    <p:sldLayoutId id="2147483785" r:id="rId6"/>
    <p:sldLayoutId id="2147483799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  <p:sldLayoutId id="2147483795" r:id="rId14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800" b="1" cap="all">
          <a:solidFill>
            <a:schemeClr val="tx1"/>
          </a:solidFill>
          <a:latin typeface="Arial"/>
          <a:ea typeface="+mj-ea"/>
          <a:cs typeface="Arial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3D7C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3D7C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3D7C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3D7C"/>
          </a:solidFill>
          <a:latin typeface="Calibri" pitchFamily="34" charset="0"/>
        </a:defRPr>
      </a:lvl5pPr>
      <a:lvl6pPr marL="457189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3D7C"/>
          </a:solidFill>
          <a:latin typeface="Arial" charset="0"/>
        </a:defRPr>
      </a:lvl6pPr>
      <a:lvl7pPr marL="914377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3D7C"/>
          </a:solidFill>
          <a:latin typeface="Arial" charset="0"/>
        </a:defRPr>
      </a:lvl7pPr>
      <a:lvl8pPr marL="1371566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3D7C"/>
          </a:solidFill>
          <a:latin typeface="Arial" charset="0"/>
        </a:defRPr>
      </a:lvl8pPr>
      <a:lvl9pPr marL="1828754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3D7C"/>
          </a:solidFill>
          <a:latin typeface="Arial" charset="0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Clr>
          <a:srgbClr val="003264"/>
        </a:buClr>
        <a:buChar char="•"/>
        <a:defRPr sz="2100">
          <a:solidFill>
            <a:srgbClr val="003264"/>
          </a:solidFill>
          <a:latin typeface="Arial"/>
          <a:ea typeface="+mn-ea"/>
          <a:cs typeface="Arial"/>
        </a:defRPr>
      </a:lvl1pPr>
      <a:lvl2pPr marL="742932" indent="-285744" algn="l" rtl="0" eaLnBrk="1" fontAlgn="base" hangingPunct="1">
        <a:spcBef>
          <a:spcPct val="20000"/>
        </a:spcBef>
        <a:spcAft>
          <a:spcPct val="0"/>
        </a:spcAft>
        <a:buChar char="–"/>
        <a:defRPr sz="1800" b="1">
          <a:solidFill>
            <a:srgbClr val="003264"/>
          </a:solidFill>
          <a:latin typeface="Arial"/>
          <a:cs typeface="Arial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Char char="•"/>
        <a:defRPr sz="1800" i="0">
          <a:solidFill>
            <a:srgbClr val="003264"/>
          </a:solidFill>
          <a:latin typeface="Arial"/>
          <a:cs typeface="Arial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rgbClr val="003264"/>
          </a:solidFill>
          <a:latin typeface="Arial"/>
          <a:cs typeface="Arial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003264"/>
          </a:solidFill>
          <a:latin typeface="Arial"/>
          <a:cs typeface="Arial"/>
        </a:defRPr>
      </a:lvl5pPr>
      <a:lvl6pPr marL="2514537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3D7C"/>
          </a:solidFill>
          <a:latin typeface="+mn-lt"/>
        </a:defRPr>
      </a:lvl6pPr>
      <a:lvl7pPr marL="2971726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3D7C"/>
          </a:solidFill>
          <a:latin typeface="+mn-lt"/>
        </a:defRPr>
      </a:lvl7pPr>
      <a:lvl8pPr marL="3428914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3D7C"/>
          </a:solidFill>
          <a:latin typeface="+mn-lt"/>
        </a:defRPr>
      </a:lvl8pPr>
      <a:lvl9pPr marL="3886103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3D7C"/>
          </a:solidFill>
          <a:latin typeface="+mn-lt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9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89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5829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F8B700"/>
          </a:solidFill>
          <a:latin typeface="Arial MT Black" panose="020B0A040201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3466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gor.Steinmacher@nau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5C5A2E-10E3-FB48-BC45-17538C83D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84621"/>
            <a:ext cx="9144000" cy="1835150"/>
          </a:xfrm>
        </p:spPr>
        <p:txBody>
          <a:bodyPr/>
          <a:lstStyle/>
          <a:p>
            <a:r>
              <a:rPr lang="en-US" dirty="0"/>
              <a:t>CS599 - Open Source software development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568C6B4-84BF-864B-9491-0EB7613D93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31678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GitHub</a:t>
            </a:r>
          </a:p>
          <a:p>
            <a:r>
              <a:rPr lang="en-US" b="1" dirty="0"/>
              <a:t>Dr. Igor Steinmacher</a:t>
            </a:r>
          </a:p>
          <a:p>
            <a:r>
              <a:rPr lang="en-US" dirty="0"/>
              <a:t>e-mail: </a:t>
            </a:r>
            <a:r>
              <a:rPr lang="en-US" dirty="0">
                <a:hlinkClick r:id="rId3"/>
              </a:rPr>
              <a:t>Igor.Steinmacher@nau.edu</a:t>
            </a:r>
            <a:endParaRPr lang="en-US" dirty="0"/>
          </a:p>
          <a:p>
            <a:endParaRPr lang="en-US" dirty="0"/>
          </a:p>
          <a:p>
            <a:r>
              <a:rPr lang="en-US" dirty="0"/>
              <a:t>Twitter: @</a:t>
            </a:r>
            <a:r>
              <a:rPr lang="en-US" dirty="0" err="1"/>
              <a:t>igorsteinmacher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671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65"/>
    </mc:Choice>
    <mc:Fallback xmlns="">
      <p:transition spd="slow" advTm="976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4A7AD-003D-7BAF-F32D-1B6297769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CBF53E-1D30-6E47-9B23-66245BB28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the Remote Repo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15627-F8FE-5543-AB85-AF7B298ACB3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652000" y="6553200"/>
            <a:ext cx="25400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464530E-D695-45C9-AFB6-E411BBE0972A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1AD0AB-B5D1-7941-851D-0271EE40A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534" y="2563420"/>
            <a:ext cx="8262499" cy="319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56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8AA7E9-2990-DC4B-9706-476354B343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1981200" y="2484437"/>
            <a:ext cx="8229600" cy="3352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5A6500-F7F5-9A46-9AFB-0BF1807E6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Repo in GitHub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DC388-22F2-AE49-920B-F7EAAE71A59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652000" y="6553200"/>
            <a:ext cx="25400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464530E-D695-45C9-AFB6-E411BBE0972A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E15A9C-6485-4846-A00F-E50747C515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5693" b="4562"/>
          <a:stretch/>
        </p:blipFill>
        <p:spPr>
          <a:xfrm>
            <a:off x="5750948" y="1349472"/>
            <a:ext cx="4917053" cy="550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732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D42C23-16EA-5298-BAF8-138317064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git remote add origin </a:t>
            </a:r>
            <a:r>
              <a:rPr lang="en-US" sz="2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git@github.com</a:t>
            </a:r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:&lt;owner&gt;/&lt;repo&gt;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git push -u &lt;remote&gt; &lt;branch name&gt;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git push –u origin main</a:t>
            </a:r>
          </a:p>
          <a:p>
            <a:pPr lvl="1"/>
            <a:endParaRPr lang="en-US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Now we are linked to the GitHub repo...</a:t>
            </a:r>
          </a:p>
          <a:p>
            <a:endParaRPr lang="en-US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Let’s try?</a:t>
            </a:r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9661DE-E37D-CCB5-A428-668B9FAC0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But… how to set my upstream repo?</a:t>
            </a:r>
          </a:p>
        </p:txBody>
      </p:sp>
    </p:spTree>
    <p:extLst>
      <p:ext uri="{BB962C8B-B14F-4D97-AF65-F5344CB8AC3E}">
        <p14:creationId xmlns:p14="http://schemas.microsoft.com/office/powerpoint/2010/main" val="1409502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37C7F-1453-ED40-8728-722852E0B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That’s simple! Cloning means bringing all the history to a local repo</a:t>
            </a:r>
          </a:p>
          <a:p>
            <a:pPr lvl="1"/>
            <a:r>
              <a:rPr lang="en-US" dirty="0"/>
              <a:t>git clone …</a:t>
            </a:r>
          </a:p>
          <a:p>
            <a:pPr lvl="1"/>
            <a:endParaRPr lang="en-US" dirty="0"/>
          </a:p>
          <a:p>
            <a:r>
              <a:rPr lang="en-US" dirty="0"/>
              <a:t>Testing it out</a:t>
            </a:r>
          </a:p>
          <a:p>
            <a:pPr lvl="1"/>
            <a:r>
              <a:rPr lang="en-US" dirty="0"/>
              <a:t>git clone </a:t>
            </a:r>
            <a:r>
              <a:rPr lang="en-US" dirty="0" err="1"/>
              <a:t>git@github.com:NAU-OSS</a:t>
            </a:r>
            <a:r>
              <a:rPr lang="en-US" dirty="0"/>
              <a:t>/</a:t>
            </a:r>
            <a:r>
              <a:rPr lang="en-US" dirty="0" err="1"/>
              <a:t>githandson.git</a:t>
            </a:r>
            <a:endParaRPr lang="en-US" dirty="0"/>
          </a:p>
          <a:p>
            <a:pPr lvl="1"/>
            <a:endParaRPr lang="en-US" dirty="0"/>
          </a:p>
          <a:p>
            <a:pPr marL="457188" lvl="1" indent="0">
              <a:buNone/>
            </a:pPr>
            <a:r>
              <a:rPr lang="en-US" b="0" i="1" dirty="0"/>
              <a:t>Cloning into '</a:t>
            </a:r>
            <a:r>
              <a:rPr lang="en-US" b="0" i="1" dirty="0" err="1"/>
              <a:t>githandson</a:t>
            </a:r>
            <a:r>
              <a:rPr lang="en-US" b="0" i="1" dirty="0"/>
              <a:t>’</a:t>
            </a:r>
          </a:p>
          <a:p>
            <a:pPr marL="457188" lvl="1" indent="0">
              <a:buNone/>
            </a:pPr>
            <a:r>
              <a:rPr lang="en-US" b="0" i="1" dirty="0"/>
              <a:t>remote: Enumerating objects: 11, done.</a:t>
            </a:r>
          </a:p>
          <a:p>
            <a:pPr marL="457188" lvl="1" indent="0">
              <a:buNone/>
            </a:pPr>
            <a:r>
              <a:rPr lang="en-US" b="0" i="1" dirty="0"/>
              <a:t>remote: Counting objects: 100% (11/11), done.</a:t>
            </a:r>
          </a:p>
          <a:p>
            <a:pPr marL="457188" lvl="1" indent="0">
              <a:buNone/>
            </a:pPr>
            <a:r>
              <a:rPr lang="en-US" b="0" i="1" dirty="0"/>
              <a:t>remote: Compressing objects: 100% (8/8), done.</a:t>
            </a:r>
          </a:p>
          <a:p>
            <a:pPr marL="457188" lvl="1" indent="0">
              <a:buNone/>
            </a:pPr>
            <a:r>
              <a:rPr lang="en-US" b="0" i="1" dirty="0"/>
              <a:t>remote: Total 11 (delta 0), reused 8 (delta 0), pack-reused 0</a:t>
            </a:r>
          </a:p>
          <a:p>
            <a:pPr marL="457188" lvl="1" indent="0">
              <a:buNone/>
            </a:pPr>
            <a:r>
              <a:rPr lang="en-US" b="0" i="1" dirty="0"/>
              <a:t>Receiving objects: 100% (11/11), done.</a:t>
            </a:r>
          </a:p>
          <a:p>
            <a:pPr marL="457188" lvl="1" indent="0">
              <a:buNone/>
            </a:pPr>
            <a:endParaRPr lang="en-US" b="0" i="1" dirty="0"/>
          </a:p>
          <a:p>
            <a:pPr lvl="1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69146A-A69D-204D-9C64-5676A53C0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opposite:</a:t>
            </a:r>
            <a:br>
              <a:rPr lang="en-US" dirty="0"/>
            </a:br>
            <a:r>
              <a:rPr lang="en-US" dirty="0"/>
              <a:t>Cloning to a Local Repo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4F154-C63A-FB41-8587-3AA252EEBCB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652000" y="6553200"/>
            <a:ext cx="25400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464530E-D695-45C9-AFB6-E411BBE0972A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748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62A72-EAEF-4A41-8018-2658BA4A9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different commands to deal with remote repo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branch --r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pull </a:t>
            </a:r>
            <a:r>
              <a:rPr lang="en-US" b="0" dirty="0"/>
              <a:t>//pulls everything from the remote repo and updates the local repo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fetch</a:t>
            </a:r>
            <a:r>
              <a:rPr lang="en-US" dirty="0"/>
              <a:t> </a:t>
            </a:r>
            <a:r>
              <a:rPr lang="en-US" b="0" dirty="0"/>
              <a:t>//pulls changes from remote repos, but it doesn't integrate any of this new data into your working files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push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push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remoteName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branchName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dirty="0"/>
              <a:t>//push your local changes to an online repository (git push </a:t>
            </a:r>
            <a:r>
              <a:rPr lang="en-US" b="1" dirty="0"/>
              <a:t>origin</a:t>
            </a:r>
            <a:r>
              <a:rPr lang="en-US" dirty="0"/>
              <a:t> </a:t>
            </a:r>
            <a:r>
              <a:rPr lang="en-US" b="1" dirty="0"/>
              <a:t>main</a:t>
            </a:r>
            <a:r>
              <a:rPr lang="en-US" dirty="0"/>
              <a:t>)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push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remoteName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&gt; &lt;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localBranchName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remoteBranchName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i="1" dirty="0"/>
              <a:t> // </a:t>
            </a:r>
            <a:r>
              <a:rPr lang="en-US" dirty="0"/>
              <a:t>This pushes the LOCALBRANCHNAME to your REMOTENAME, but it is renamed to REMOTEBRANCHNAME.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075CBC-374F-5D41-ADEF-FC350DE0B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In This Repo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09F39-D8DC-A54B-9B72-6AD6ADBBBCD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652000" y="6553200"/>
            <a:ext cx="25400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464530E-D695-45C9-AFB6-E411BBE0972A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44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F5E89-A1F9-4247-BB17-85F0EC748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clone</a:t>
            </a:r>
          </a:p>
          <a:p>
            <a:pPr lvl="1"/>
            <a:r>
              <a:rPr lang="en-US" dirty="0"/>
              <a:t>branch out to add your changes locally</a:t>
            </a:r>
          </a:p>
          <a:p>
            <a:pPr lvl="1"/>
            <a:r>
              <a:rPr lang="en-US" dirty="0"/>
              <a:t>your adds/commits </a:t>
            </a:r>
          </a:p>
          <a:p>
            <a:pPr lvl="1"/>
            <a:r>
              <a:rPr lang="en-US" dirty="0"/>
              <a:t>pull changes to your local repo</a:t>
            </a:r>
          </a:p>
          <a:p>
            <a:pPr lvl="1"/>
            <a:r>
              <a:rPr lang="en-US" dirty="0"/>
              <a:t>merge your branch back (LOCALLY)</a:t>
            </a:r>
          </a:p>
          <a:p>
            <a:pPr lvl="2"/>
            <a:r>
              <a:rPr lang="en-US" dirty="0"/>
              <a:t>Resolve any conflict</a:t>
            </a:r>
          </a:p>
          <a:p>
            <a:pPr lvl="1"/>
            <a:r>
              <a:rPr lang="en-US" dirty="0"/>
              <a:t>push changes back to the remote repo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–u origin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new_branch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dirty="0"/>
              <a:t>(IF NEEDED)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EA3D92-9A16-514B-B2E9-869C70627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Usual Workflow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42DF3-877F-4A4A-8BE7-8396BA43474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652000" y="6553200"/>
            <a:ext cx="25400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464530E-D695-45C9-AFB6-E411BBE0972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96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A6511-DAB1-C349-A05D-10F316820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Fork + pull-request</a:t>
            </a:r>
          </a:p>
          <a:p>
            <a:pPr lvl="1"/>
            <a:r>
              <a:rPr lang="en-US" dirty="0"/>
              <a:t>You usually creates a fork for your repo</a:t>
            </a:r>
          </a:p>
          <a:p>
            <a:pPr lvl="2"/>
            <a:r>
              <a:rPr lang="en-US" dirty="0"/>
              <a:t>“A </a:t>
            </a:r>
            <a:r>
              <a:rPr lang="en-US" b="1" dirty="0"/>
              <a:t>fork</a:t>
            </a:r>
            <a:r>
              <a:rPr lang="en-US" dirty="0"/>
              <a:t> is a copy of a repository. </a:t>
            </a:r>
            <a:r>
              <a:rPr lang="en-US" b="1" dirty="0"/>
              <a:t>Forking</a:t>
            </a:r>
            <a:r>
              <a:rPr lang="en-US" dirty="0"/>
              <a:t> a repository allows you to freely experiment with changes without affecting the original project”</a:t>
            </a:r>
          </a:p>
          <a:p>
            <a:pPr lvl="1"/>
            <a:r>
              <a:rPr lang="en-US" dirty="0"/>
              <a:t>Creating a fork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Then, you usually clone your fork… work, and send a pull request against the main repo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C81B17-1DCB-3F4B-B739-7C20438A5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EEF32-CE56-1640-8156-772564384A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652000" y="6553200"/>
            <a:ext cx="25400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464530E-D695-45C9-AFB6-E411BBE0972A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C3E673-A1B1-414A-AE06-D8953FA15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336" y="3429000"/>
            <a:ext cx="6311900" cy="21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910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F540-50B1-8042-A0ED-9BB2646AA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6D865B2-FD7C-7240-98EC-365DCB08444F}"/>
              </a:ext>
            </a:extLst>
          </p:cNvPr>
          <p:cNvSpPr/>
          <p:nvPr/>
        </p:nvSpPr>
        <p:spPr bwMode="auto">
          <a:xfrm>
            <a:off x="3563880" y="3780259"/>
            <a:ext cx="304800" cy="301752"/>
          </a:xfrm>
          <a:prstGeom prst="ellipse">
            <a:avLst/>
          </a:prstGeom>
          <a:solidFill>
            <a:srgbClr val="001933">
              <a:alpha val="45882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86645D5-E59E-D644-A4C8-385A426F381B}"/>
              </a:ext>
            </a:extLst>
          </p:cNvPr>
          <p:cNvSpPr/>
          <p:nvPr/>
        </p:nvSpPr>
        <p:spPr bwMode="auto">
          <a:xfrm>
            <a:off x="4605280" y="3780259"/>
            <a:ext cx="304800" cy="301752"/>
          </a:xfrm>
          <a:prstGeom prst="ellipse">
            <a:avLst/>
          </a:prstGeom>
          <a:solidFill>
            <a:srgbClr val="001933">
              <a:alpha val="45882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22F3D99-C94D-EE41-9B74-8A59021A9E52}"/>
              </a:ext>
            </a:extLst>
          </p:cNvPr>
          <p:cNvCxnSpPr>
            <a:stCxn id="45" idx="6"/>
            <a:endCxn id="46" idx="2"/>
          </p:cNvCxnSpPr>
          <p:nvPr/>
        </p:nvCxnSpPr>
        <p:spPr bwMode="auto">
          <a:xfrm>
            <a:off x="3868680" y="3931135"/>
            <a:ext cx="736600" cy="0"/>
          </a:xfrm>
          <a:prstGeom prst="straightConnector1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 w="lg" len="lg"/>
          </a:ln>
          <a:effectLst/>
        </p:spPr>
      </p:cxnSp>
      <p:sp>
        <p:nvSpPr>
          <p:cNvPr id="55" name="Cloud 54">
            <a:extLst>
              <a:ext uri="{FF2B5EF4-FFF2-40B4-BE49-F238E27FC236}">
                <a16:creationId xmlns:a16="http://schemas.microsoft.com/office/drawing/2014/main" id="{75E49228-59BF-5940-8CD6-6F075D426122}"/>
              </a:ext>
            </a:extLst>
          </p:cNvPr>
          <p:cNvSpPr/>
          <p:nvPr/>
        </p:nvSpPr>
        <p:spPr bwMode="auto">
          <a:xfrm>
            <a:off x="1790701" y="1541480"/>
            <a:ext cx="1547411" cy="609064"/>
          </a:xfrm>
          <a:prstGeom prst="cloud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/>
              <a:t>Server</a:t>
            </a:r>
          </a:p>
        </p:txBody>
      </p:sp>
      <p:sp>
        <p:nvSpPr>
          <p:cNvPr id="56" name="Can 55">
            <a:extLst>
              <a:ext uri="{FF2B5EF4-FFF2-40B4-BE49-F238E27FC236}">
                <a16:creationId xmlns:a16="http://schemas.microsoft.com/office/drawing/2014/main" id="{3DC8F324-74A9-F34F-BCCB-85E3C155EB46}"/>
              </a:ext>
            </a:extLst>
          </p:cNvPr>
          <p:cNvSpPr/>
          <p:nvPr/>
        </p:nvSpPr>
        <p:spPr bwMode="auto">
          <a:xfrm flipH="1">
            <a:off x="2722325" y="2032226"/>
            <a:ext cx="501078" cy="585847"/>
          </a:xfrm>
          <a:prstGeom prst="can">
            <a:avLst/>
          </a:prstGeom>
          <a:solidFill>
            <a:schemeClr val="tx1">
              <a:lumMod val="20000"/>
              <a:lumOff val="8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/>
          </a:p>
        </p:txBody>
      </p:sp>
      <p:sp>
        <p:nvSpPr>
          <p:cNvPr id="57" name="Frame 56">
            <a:extLst>
              <a:ext uri="{FF2B5EF4-FFF2-40B4-BE49-F238E27FC236}">
                <a16:creationId xmlns:a16="http://schemas.microsoft.com/office/drawing/2014/main" id="{2B95A368-1138-F74F-A26D-7EAE22A9F978}"/>
              </a:ext>
            </a:extLst>
          </p:cNvPr>
          <p:cNvSpPr/>
          <p:nvPr/>
        </p:nvSpPr>
        <p:spPr bwMode="auto">
          <a:xfrm>
            <a:off x="2013835" y="4060252"/>
            <a:ext cx="1013290" cy="531674"/>
          </a:xfrm>
          <a:prstGeom prst="frame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dirty="0"/>
          </a:p>
        </p:txBody>
      </p:sp>
      <p:sp>
        <p:nvSpPr>
          <p:cNvPr id="58" name="Trapezoid 57">
            <a:extLst>
              <a:ext uri="{FF2B5EF4-FFF2-40B4-BE49-F238E27FC236}">
                <a16:creationId xmlns:a16="http://schemas.microsoft.com/office/drawing/2014/main" id="{07EC1B87-1A32-3C4B-84EF-BADDA464ED4A}"/>
              </a:ext>
            </a:extLst>
          </p:cNvPr>
          <p:cNvSpPr/>
          <p:nvPr/>
        </p:nvSpPr>
        <p:spPr bwMode="auto">
          <a:xfrm>
            <a:off x="2204216" y="4741336"/>
            <a:ext cx="632528" cy="450413"/>
          </a:xfrm>
          <a:prstGeom prst="trapezoi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641E8F-A0D8-044C-A195-0FC7CC263159}"/>
              </a:ext>
            </a:extLst>
          </p:cNvPr>
          <p:cNvSpPr txBox="1"/>
          <p:nvPr/>
        </p:nvSpPr>
        <p:spPr>
          <a:xfrm>
            <a:off x="2180189" y="4139954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</a:t>
            </a:r>
          </a:p>
        </p:txBody>
      </p:sp>
      <p:sp>
        <p:nvSpPr>
          <p:cNvPr id="60" name="Can 59">
            <a:extLst>
              <a:ext uri="{FF2B5EF4-FFF2-40B4-BE49-F238E27FC236}">
                <a16:creationId xmlns:a16="http://schemas.microsoft.com/office/drawing/2014/main" id="{B9D78ABC-C5CA-144F-86FA-302D8284EBDC}"/>
              </a:ext>
            </a:extLst>
          </p:cNvPr>
          <p:cNvSpPr/>
          <p:nvPr/>
        </p:nvSpPr>
        <p:spPr bwMode="auto">
          <a:xfrm flipH="1">
            <a:off x="2725825" y="3706054"/>
            <a:ext cx="501078" cy="585847"/>
          </a:xfrm>
          <a:prstGeom prst="can">
            <a:avLst/>
          </a:prstGeom>
          <a:solidFill>
            <a:schemeClr val="tx1">
              <a:lumMod val="20000"/>
              <a:lumOff val="8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9DF5EAE-94C7-6C46-8358-7F49ACF7CC7F}"/>
              </a:ext>
            </a:extLst>
          </p:cNvPr>
          <p:cNvSpPr/>
          <p:nvPr/>
        </p:nvSpPr>
        <p:spPr bwMode="auto">
          <a:xfrm>
            <a:off x="3559931" y="2194169"/>
            <a:ext cx="304800" cy="301752"/>
          </a:xfrm>
          <a:prstGeom prst="ellipse">
            <a:avLst/>
          </a:prstGeom>
          <a:solidFill>
            <a:srgbClr val="001933">
              <a:alpha val="45882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F732C151-E110-8043-A850-A37C46BFB89A}"/>
              </a:ext>
            </a:extLst>
          </p:cNvPr>
          <p:cNvSpPr/>
          <p:nvPr/>
        </p:nvSpPr>
        <p:spPr bwMode="auto">
          <a:xfrm>
            <a:off x="4601331" y="2194169"/>
            <a:ext cx="304800" cy="301752"/>
          </a:xfrm>
          <a:prstGeom prst="ellipse">
            <a:avLst/>
          </a:prstGeom>
          <a:solidFill>
            <a:srgbClr val="001933">
              <a:alpha val="45882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0F1F4FA-2005-3446-B32F-4DBDBB7285A8}"/>
              </a:ext>
            </a:extLst>
          </p:cNvPr>
          <p:cNvCxnSpPr>
            <a:stCxn id="62" idx="6"/>
            <a:endCxn id="63" idx="2"/>
          </p:cNvCxnSpPr>
          <p:nvPr/>
        </p:nvCxnSpPr>
        <p:spPr bwMode="auto">
          <a:xfrm>
            <a:off x="3864731" y="2345045"/>
            <a:ext cx="736600" cy="0"/>
          </a:xfrm>
          <a:prstGeom prst="straightConnector1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 w="lg" len="lg"/>
          </a:ln>
          <a:effectLst/>
        </p:spPr>
      </p:cxnSp>
      <p:sp>
        <p:nvSpPr>
          <p:cNvPr id="73" name="Down Arrow 72">
            <a:extLst>
              <a:ext uri="{FF2B5EF4-FFF2-40B4-BE49-F238E27FC236}">
                <a16:creationId xmlns:a16="http://schemas.microsoft.com/office/drawing/2014/main" id="{71C98011-5181-7347-AB5F-6B37F09628A7}"/>
              </a:ext>
            </a:extLst>
          </p:cNvPr>
          <p:cNvSpPr/>
          <p:nvPr/>
        </p:nvSpPr>
        <p:spPr bwMode="auto">
          <a:xfrm>
            <a:off x="2831955" y="2617280"/>
            <a:ext cx="298107" cy="1088773"/>
          </a:xfrm>
          <a:prstGeom prst="downArrow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811AA3A-6687-4E4A-A100-F25748A3DD89}"/>
              </a:ext>
            </a:extLst>
          </p:cNvPr>
          <p:cNvSpPr txBox="1"/>
          <p:nvPr/>
        </p:nvSpPr>
        <p:spPr>
          <a:xfrm rot="16200000">
            <a:off x="2444193" y="2887282"/>
            <a:ext cx="6142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Pull</a:t>
            </a:r>
          </a:p>
        </p:txBody>
      </p:sp>
      <p:sp>
        <p:nvSpPr>
          <p:cNvPr id="86" name="Rectangular Callout 85">
            <a:extLst>
              <a:ext uri="{FF2B5EF4-FFF2-40B4-BE49-F238E27FC236}">
                <a16:creationId xmlns:a16="http://schemas.microsoft.com/office/drawing/2014/main" id="{DCC3A0B5-80D1-074C-9DF7-1B044BEDFCE1}"/>
              </a:ext>
            </a:extLst>
          </p:cNvPr>
          <p:cNvSpPr/>
          <p:nvPr/>
        </p:nvSpPr>
        <p:spPr bwMode="auto">
          <a:xfrm>
            <a:off x="4432301" y="1581087"/>
            <a:ext cx="990600" cy="400110"/>
          </a:xfrm>
          <a:prstGeom prst="wedgeRectCallout">
            <a:avLst>
              <a:gd name="adj1" fmla="val -27128"/>
              <a:gd name="adj2" fmla="val 90511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/>
              <a:t>main</a:t>
            </a:r>
          </a:p>
        </p:txBody>
      </p:sp>
      <p:sp>
        <p:nvSpPr>
          <p:cNvPr id="87" name="Rectangular Callout 86">
            <a:extLst>
              <a:ext uri="{FF2B5EF4-FFF2-40B4-BE49-F238E27FC236}">
                <a16:creationId xmlns:a16="http://schemas.microsoft.com/office/drawing/2014/main" id="{54A8465B-9D3D-2240-9D85-C74887A88EE6}"/>
              </a:ext>
            </a:extLst>
          </p:cNvPr>
          <p:cNvSpPr/>
          <p:nvPr/>
        </p:nvSpPr>
        <p:spPr bwMode="auto">
          <a:xfrm>
            <a:off x="4526746" y="4449353"/>
            <a:ext cx="990600" cy="400110"/>
          </a:xfrm>
          <a:prstGeom prst="wedgeRectCallout">
            <a:avLst>
              <a:gd name="adj1" fmla="val -27128"/>
              <a:gd name="adj2" fmla="val -103111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/>
              <a:t>main</a:t>
            </a:r>
          </a:p>
        </p:txBody>
      </p:sp>
      <p:sp>
        <p:nvSpPr>
          <p:cNvPr id="88" name="Rectangular Callout 87">
            <a:extLst>
              <a:ext uri="{FF2B5EF4-FFF2-40B4-BE49-F238E27FC236}">
                <a16:creationId xmlns:a16="http://schemas.microsoft.com/office/drawing/2014/main" id="{E552316F-BC35-5641-A720-43AB59BCA63B}"/>
              </a:ext>
            </a:extLst>
          </p:cNvPr>
          <p:cNvSpPr/>
          <p:nvPr/>
        </p:nvSpPr>
        <p:spPr bwMode="auto">
          <a:xfrm>
            <a:off x="4486168" y="3128228"/>
            <a:ext cx="1693370" cy="400110"/>
          </a:xfrm>
          <a:prstGeom prst="wedgeRectCallout">
            <a:avLst>
              <a:gd name="adj1" fmla="val -33128"/>
              <a:gd name="adj2" fmla="val 87337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/>
              <a:t>origin/main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DB3EC77-69E8-BC49-89D1-1D98D86A2AE4}"/>
              </a:ext>
            </a:extLst>
          </p:cNvPr>
          <p:cNvSpPr/>
          <p:nvPr/>
        </p:nvSpPr>
        <p:spPr>
          <a:xfrm>
            <a:off x="1981201" y="5252007"/>
            <a:ext cx="84581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main</a:t>
            </a:r>
            <a:r>
              <a:rPr lang="en-US" dirty="0"/>
              <a:t> is a local branch</a:t>
            </a:r>
          </a:p>
          <a:p>
            <a:r>
              <a:rPr lang="en-US" b="1" dirty="0"/>
              <a:t>origin/main</a:t>
            </a:r>
            <a:r>
              <a:rPr lang="en-US" dirty="0"/>
              <a:t> is a remote branch (a </a:t>
            </a:r>
            <a:r>
              <a:rPr lang="en-US" i="1" dirty="0"/>
              <a:t>local copy</a:t>
            </a:r>
            <a:r>
              <a:rPr lang="en-US" dirty="0"/>
              <a:t> of the branch named "master" on the remote named "origin")</a:t>
            </a:r>
          </a:p>
          <a:p>
            <a:r>
              <a:rPr lang="en-US" b="1" dirty="0"/>
              <a:t>origin</a:t>
            </a:r>
            <a:r>
              <a:rPr lang="en-US" dirty="0"/>
              <a:t> is a remote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5FCF08-7AEA-924F-8A0E-29A57777011A}"/>
              </a:ext>
            </a:extLst>
          </p:cNvPr>
          <p:cNvSpPr txBox="1"/>
          <p:nvPr/>
        </p:nvSpPr>
        <p:spPr>
          <a:xfrm rot="19848700">
            <a:off x="6934949" y="2391763"/>
            <a:ext cx="24224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git pull </a:t>
            </a:r>
          </a:p>
          <a:p>
            <a:r>
              <a:rPr lang="en-US" dirty="0"/>
              <a:t>#updates local repo</a:t>
            </a:r>
          </a:p>
        </p:txBody>
      </p:sp>
    </p:spTree>
    <p:extLst>
      <p:ext uri="{BB962C8B-B14F-4D97-AF65-F5344CB8AC3E}">
        <p14:creationId xmlns:p14="http://schemas.microsoft.com/office/powerpoint/2010/main" val="2763223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F540-50B1-8042-A0ED-9BB2646AA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6D865B2-FD7C-7240-98EC-365DCB08444F}"/>
              </a:ext>
            </a:extLst>
          </p:cNvPr>
          <p:cNvSpPr/>
          <p:nvPr/>
        </p:nvSpPr>
        <p:spPr bwMode="auto">
          <a:xfrm>
            <a:off x="3563880" y="3780259"/>
            <a:ext cx="304800" cy="301752"/>
          </a:xfrm>
          <a:prstGeom prst="ellipse">
            <a:avLst/>
          </a:prstGeom>
          <a:solidFill>
            <a:srgbClr val="001933">
              <a:alpha val="45882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86645D5-E59E-D644-A4C8-385A426F381B}"/>
              </a:ext>
            </a:extLst>
          </p:cNvPr>
          <p:cNvSpPr/>
          <p:nvPr/>
        </p:nvSpPr>
        <p:spPr bwMode="auto">
          <a:xfrm>
            <a:off x="4605280" y="3780259"/>
            <a:ext cx="304800" cy="301752"/>
          </a:xfrm>
          <a:prstGeom prst="ellipse">
            <a:avLst/>
          </a:prstGeom>
          <a:solidFill>
            <a:srgbClr val="001933">
              <a:alpha val="45882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22F3D99-C94D-EE41-9B74-8A59021A9E52}"/>
              </a:ext>
            </a:extLst>
          </p:cNvPr>
          <p:cNvCxnSpPr>
            <a:stCxn id="45" idx="6"/>
            <a:endCxn id="46" idx="2"/>
          </p:cNvCxnSpPr>
          <p:nvPr/>
        </p:nvCxnSpPr>
        <p:spPr bwMode="auto">
          <a:xfrm>
            <a:off x="3868680" y="3931135"/>
            <a:ext cx="736600" cy="0"/>
          </a:xfrm>
          <a:prstGeom prst="straightConnector1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 w="lg" len="lg"/>
          </a:ln>
          <a:effectLst/>
        </p:spPr>
      </p:cxnSp>
      <p:sp>
        <p:nvSpPr>
          <p:cNvPr id="55" name="Cloud 54">
            <a:extLst>
              <a:ext uri="{FF2B5EF4-FFF2-40B4-BE49-F238E27FC236}">
                <a16:creationId xmlns:a16="http://schemas.microsoft.com/office/drawing/2014/main" id="{75E49228-59BF-5940-8CD6-6F075D426122}"/>
              </a:ext>
            </a:extLst>
          </p:cNvPr>
          <p:cNvSpPr/>
          <p:nvPr/>
        </p:nvSpPr>
        <p:spPr bwMode="auto">
          <a:xfrm>
            <a:off x="1790701" y="1541480"/>
            <a:ext cx="1547411" cy="609064"/>
          </a:xfrm>
          <a:prstGeom prst="cloud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/>
              <a:t>Server</a:t>
            </a:r>
          </a:p>
        </p:txBody>
      </p:sp>
      <p:sp>
        <p:nvSpPr>
          <p:cNvPr id="56" name="Can 55">
            <a:extLst>
              <a:ext uri="{FF2B5EF4-FFF2-40B4-BE49-F238E27FC236}">
                <a16:creationId xmlns:a16="http://schemas.microsoft.com/office/drawing/2014/main" id="{3DC8F324-74A9-F34F-BCCB-85E3C155EB46}"/>
              </a:ext>
            </a:extLst>
          </p:cNvPr>
          <p:cNvSpPr/>
          <p:nvPr/>
        </p:nvSpPr>
        <p:spPr bwMode="auto">
          <a:xfrm flipH="1">
            <a:off x="2722325" y="2032226"/>
            <a:ext cx="501078" cy="585847"/>
          </a:xfrm>
          <a:prstGeom prst="can">
            <a:avLst/>
          </a:prstGeom>
          <a:solidFill>
            <a:schemeClr val="tx1">
              <a:lumMod val="20000"/>
              <a:lumOff val="8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/>
          </a:p>
        </p:txBody>
      </p:sp>
      <p:sp>
        <p:nvSpPr>
          <p:cNvPr id="57" name="Frame 56">
            <a:extLst>
              <a:ext uri="{FF2B5EF4-FFF2-40B4-BE49-F238E27FC236}">
                <a16:creationId xmlns:a16="http://schemas.microsoft.com/office/drawing/2014/main" id="{2B95A368-1138-F74F-A26D-7EAE22A9F978}"/>
              </a:ext>
            </a:extLst>
          </p:cNvPr>
          <p:cNvSpPr/>
          <p:nvPr/>
        </p:nvSpPr>
        <p:spPr bwMode="auto">
          <a:xfrm>
            <a:off x="2013835" y="4060252"/>
            <a:ext cx="1013290" cy="531674"/>
          </a:xfrm>
          <a:prstGeom prst="frame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dirty="0"/>
          </a:p>
        </p:txBody>
      </p:sp>
      <p:sp>
        <p:nvSpPr>
          <p:cNvPr id="58" name="Trapezoid 57">
            <a:extLst>
              <a:ext uri="{FF2B5EF4-FFF2-40B4-BE49-F238E27FC236}">
                <a16:creationId xmlns:a16="http://schemas.microsoft.com/office/drawing/2014/main" id="{07EC1B87-1A32-3C4B-84EF-BADDA464ED4A}"/>
              </a:ext>
            </a:extLst>
          </p:cNvPr>
          <p:cNvSpPr/>
          <p:nvPr/>
        </p:nvSpPr>
        <p:spPr bwMode="auto">
          <a:xfrm>
            <a:off x="2204216" y="4741336"/>
            <a:ext cx="632528" cy="450413"/>
          </a:xfrm>
          <a:prstGeom prst="trapezoi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641E8F-A0D8-044C-A195-0FC7CC263159}"/>
              </a:ext>
            </a:extLst>
          </p:cNvPr>
          <p:cNvSpPr txBox="1"/>
          <p:nvPr/>
        </p:nvSpPr>
        <p:spPr>
          <a:xfrm>
            <a:off x="2180189" y="4139954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</a:t>
            </a:r>
          </a:p>
        </p:txBody>
      </p:sp>
      <p:sp>
        <p:nvSpPr>
          <p:cNvPr id="60" name="Can 59">
            <a:extLst>
              <a:ext uri="{FF2B5EF4-FFF2-40B4-BE49-F238E27FC236}">
                <a16:creationId xmlns:a16="http://schemas.microsoft.com/office/drawing/2014/main" id="{B9D78ABC-C5CA-144F-86FA-302D8284EBDC}"/>
              </a:ext>
            </a:extLst>
          </p:cNvPr>
          <p:cNvSpPr/>
          <p:nvPr/>
        </p:nvSpPr>
        <p:spPr bwMode="auto">
          <a:xfrm flipH="1">
            <a:off x="2725825" y="3706054"/>
            <a:ext cx="501078" cy="585847"/>
          </a:xfrm>
          <a:prstGeom prst="can">
            <a:avLst/>
          </a:prstGeom>
          <a:solidFill>
            <a:schemeClr val="tx1">
              <a:lumMod val="20000"/>
              <a:lumOff val="8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9DF5EAE-94C7-6C46-8358-7F49ACF7CC7F}"/>
              </a:ext>
            </a:extLst>
          </p:cNvPr>
          <p:cNvSpPr/>
          <p:nvPr/>
        </p:nvSpPr>
        <p:spPr bwMode="auto">
          <a:xfrm>
            <a:off x="3559931" y="2194169"/>
            <a:ext cx="304800" cy="301752"/>
          </a:xfrm>
          <a:prstGeom prst="ellipse">
            <a:avLst/>
          </a:prstGeom>
          <a:solidFill>
            <a:srgbClr val="001933">
              <a:alpha val="45882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F732C151-E110-8043-A850-A37C46BFB89A}"/>
              </a:ext>
            </a:extLst>
          </p:cNvPr>
          <p:cNvSpPr/>
          <p:nvPr/>
        </p:nvSpPr>
        <p:spPr bwMode="auto">
          <a:xfrm>
            <a:off x="4601331" y="2194169"/>
            <a:ext cx="304800" cy="301752"/>
          </a:xfrm>
          <a:prstGeom prst="ellipse">
            <a:avLst/>
          </a:prstGeom>
          <a:solidFill>
            <a:srgbClr val="001933">
              <a:alpha val="45882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0F1F4FA-2005-3446-B32F-4DBDBB7285A8}"/>
              </a:ext>
            </a:extLst>
          </p:cNvPr>
          <p:cNvCxnSpPr>
            <a:stCxn id="62" idx="6"/>
            <a:endCxn id="63" idx="2"/>
          </p:cNvCxnSpPr>
          <p:nvPr/>
        </p:nvCxnSpPr>
        <p:spPr bwMode="auto">
          <a:xfrm>
            <a:off x="3864731" y="2345045"/>
            <a:ext cx="736600" cy="0"/>
          </a:xfrm>
          <a:prstGeom prst="straightConnector1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 w="lg" len="lg"/>
          </a:ln>
          <a:effectLst/>
        </p:spPr>
      </p:cxnSp>
      <p:sp>
        <p:nvSpPr>
          <p:cNvPr id="73" name="Down Arrow 72">
            <a:extLst>
              <a:ext uri="{FF2B5EF4-FFF2-40B4-BE49-F238E27FC236}">
                <a16:creationId xmlns:a16="http://schemas.microsoft.com/office/drawing/2014/main" id="{71C98011-5181-7347-AB5F-6B37F09628A7}"/>
              </a:ext>
            </a:extLst>
          </p:cNvPr>
          <p:cNvSpPr/>
          <p:nvPr/>
        </p:nvSpPr>
        <p:spPr bwMode="auto">
          <a:xfrm>
            <a:off x="2831955" y="2617280"/>
            <a:ext cx="298107" cy="1088773"/>
          </a:xfrm>
          <a:prstGeom prst="downArrow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811AA3A-6687-4E4A-A100-F25748A3DD89}"/>
              </a:ext>
            </a:extLst>
          </p:cNvPr>
          <p:cNvSpPr txBox="1"/>
          <p:nvPr/>
        </p:nvSpPr>
        <p:spPr>
          <a:xfrm rot="16200000">
            <a:off x="2444193" y="2887282"/>
            <a:ext cx="6142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Pull</a:t>
            </a:r>
          </a:p>
        </p:txBody>
      </p:sp>
      <p:sp>
        <p:nvSpPr>
          <p:cNvPr id="86" name="Rectangular Callout 85">
            <a:extLst>
              <a:ext uri="{FF2B5EF4-FFF2-40B4-BE49-F238E27FC236}">
                <a16:creationId xmlns:a16="http://schemas.microsoft.com/office/drawing/2014/main" id="{DCC3A0B5-80D1-074C-9DF7-1B044BEDFCE1}"/>
              </a:ext>
            </a:extLst>
          </p:cNvPr>
          <p:cNvSpPr/>
          <p:nvPr/>
        </p:nvSpPr>
        <p:spPr bwMode="auto">
          <a:xfrm>
            <a:off x="5600700" y="1591317"/>
            <a:ext cx="990600" cy="400110"/>
          </a:xfrm>
          <a:prstGeom prst="wedgeRectCallout">
            <a:avLst>
              <a:gd name="adj1" fmla="val -27128"/>
              <a:gd name="adj2" fmla="val 90511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/>
              <a:t>main</a:t>
            </a:r>
          </a:p>
        </p:txBody>
      </p:sp>
      <p:sp>
        <p:nvSpPr>
          <p:cNvPr id="87" name="Rectangular Callout 86">
            <a:extLst>
              <a:ext uri="{FF2B5EF4-FFF2-40B4-BE49-F238E27FC236}">
                <a16:creationId xmlns:a16="http://schemas.microsoft.com/office/drawing/2014/main" id="{54A8465B-9D3D-2240-9D85-C74887A88EE6}"/>
              </a:ext>
            </a:extLst>
          </p:cNvPr>
          <p:cNvSpPr/>
          <p:nvPr/>
        </p:nvSpPr>
        <p:spPr bwMode="auto">
          <a:xfrm>
            <a:off x="4526746" y="4449353"/>
            <a:ext cx="990600" cy="400110"/>
          </a:xfrm>
          <a:prstGeom prst="wedgeRectCallout">
            <a:avLst>
              <a:gd name="adj1" fmla="val -27128"/>
              <a:gd name="adj2" fmla="val -103111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/>
              <a:t>main</a:t>
            </a:r>
          </a:p>
        </p:txBody>
      </p:sp>
      <p:sp>
        <p:nvSpPr>
          <p:cNvPr id="88" name="Rectangular Callout 87">
            <a:extLst>
              <a:ext uri="{FF2B5EF4-FFF2-40B4-BE49-F238E27FC236}">
                <a16:creationId xmlns:a16="http://schemas.microsoft.com/office/drawing/2014/main" id="{E552316F-BC35-5641-A720-43AB59BCA63B}"/>
              </a:ext>
            </a:extLst>
          </p:cNvPr>
          <p:cNvSpPr/>
          <p:nvPr/>
        </p:nvSpPr>
        <p:spPr bwMode="auto">
          <a:xfrm>
            <a:off x="4486168" y="3128228"/>
            <a:ext cx="1693370" cy="400110"/>
          </a:xfrm>
          <a:prstGeom prst="wedgeRectCallout">
            <a:avLst>
              <a:gd name="adj1" fmla="val -33128"/>
              <a:gd name="adj2" fmla="val 87337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/>
              <a:t>origin/main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AD82F9-5395-1298-EAD5-0B03C984848C}"/>
              </a:ext>
            </a:extLst>
          </p:cNvPr>
          <p:cNvSpPr txBox="1"/>
          <p:nvPr/>
        </p:nvSpPr>
        <p:spPr>
          <a:xfrm rot="19848700">
            <a:off x="6810688" y="2669161"/>
            <a:ext cx="25378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Someone changed </a:t>
            </a:r>
          </a:p>
          <a:p>
            <a:r>
              <a:rPr lang="en-US" b="1" dirty="0"/>
              <a:t>the remote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5E5BC2D-C94E-EF3F-3853-40608E44E451}"/>
              </a:ext>
            </a:extLst>
          </p:cNvPr>
          <p:cNvSpPr/>
          <p:nvPr/>
        </p:nvSpPr>
        <p:spPr bwMode="auto">
          <a:xfrm>
            <a:off x="5652858" y="2194169"/>
            <a:ext cx="304800" cy="301752"/>
          </a:xfrm>
          <a:prstGeom prst="ellipse">
            <a:avLst/>
          </a:prstGeom>
          <a:solidFill>
            <a:srgbClr val="001933">
              <a:alpha val="45882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9298BDE-593F-EF94-6520-ECA486737D65}"/>
              </a:ext>
            </a:extLst>
          </p:cNvPr>
          <p:cNvCxnSpPr>
            <a:endCxn id="5" idx="2"/>
          </p:cNvCxnSpPr>
          <p:nvPr/>
        </p:nvCxnSpPr>
        <p:spPr bwMode="auto">
          <a:xfrm>
            <a:off x="4916258" y="2345045"/>
            <a:ext cx="736600" cy="0"/>
          </a:xfrm>
          <a:prstGeom prst="straightConnector1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993984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F540-50B1-8042-A0ED-9BB2646AA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6D865B2-FD7C-7240-98EC-365DCB08444F}"/>
              </a:ext>
            </a:extLst>
          </p:cNvPr>
          <p:cNvSpPr/>
          <p:nvPr/>
        </p:nvSpPr>
        <p:spPr bwMode="auto">
          <a:xfrm>
            <a:off x="3563880" y="3780259"/>
            <a:ext cx="304800" cy="301752"/>
          </a:xfrm>
          <a:prstGeom prst="ellipse">
            <a:avLst/>
          </a:prstGeom>
          <a:solidFill>
            <a:srgbClr val="001933">
              <a:alpha val="45882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86645D5-E59E-D644-A4C8-385A426F381B}"/>
              </a:ext>
            </a:extLst>
          </p:cNvPr>
          <p:cNvSpPr/>
          <p:nvPr/>
        </p:nvSpPr>
        <p:spPr bwMode="auto">
          <a:xfrm>
            <a:off x="4605280" y="3780259"/>
            <a:ext cx="304800" cy="301752"/>
          </a:xfrm>
          <a:prstGeom prst="ellipse">
            <a:avLst/>
          </a:prstGeom>
          <a:solidFill>
            <a:srgbClr val="001933">
              <a:alpha val="45882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22F3D99-C94D-EE41-9B74-8A59021A9E52}"/>
              </a:ext>
            </a:extLst>
          </p:cNvPr>
          <p:cNvCxnSpPr>
            <a:stCxn id="45" idx="6"/>
            <a:endCxn id="46" idx="2"/>
          </p:cNvCxnSpPr>
          <p:nvPr/>
        </p:nvCxnSpPr>
        <p:spPr bwMode="auto">
          <a:xfrm>
            <a:off x="3868680" y="3931135"/>
            <a:ext cx="736600" cy="0"/>
          </a:xfrm>
          <a:prstGeom prst="straightConnector1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 w="lg" len="lg"/>
          </a:ln>
          <a:effectLst/>
        </p:spPr>
      </p:cxnSp>
      <p:sp>
        <p:nvSpPr>
          <p:cNvPr id="55" name="Cloud 54">
            <a:extLst>
              <a:ext uri="{FF2B5EF4-FFF2-40B4-BE49-F238E27FC236}">
                <a16:creationId xmlns:a16="http://schemas.microsoft.com/office/drawing/2014/main" id="{75E49228-59BF-5940-8CD6-6F075D426122}"/>
              </a:ext>
            </a:extLst>
          </p:cNvPr>
          <p:cNvSpPr/>
          <p:nvPr/>
        </p:nvSpPr>
        <p:spPr bwMode="auto">
          <a:xfrm>
            <a:off x="1790701" y="1541480"/>
            <a:ext cx="1547411" cy="609064"/>
          </a:xfrm>
          <a:prstGeom prst="cloud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/>
              <a:t>Server</a:t>
            </a:r>
          </a:p>
        </p:txBody>
      </p:sp>
      <p:sp>
        <p:nvSpPr>
          <p:cNvPr id="56" name="Can 55">
            <a:extLst>
              <a:ext uri="{FF2B5EF4-FFF2-40B4-BE49-F238E27FC236}">
                <a16:creationId xmlns:a16="http://schemas.microsoft.com/office/drawing/2014/main" id="{3DC8F324-74A9-F34F-BCCB-85E3C155EB46}"/>
              </a:ext>
            </a:extLst>
          </p:cNvPr>
          <p:cNvSpPr/>
          <p:nvPr/>
        </p:nvSpPr>
        <p:spPr bwMode="auto">
          <a:xfrm flipH="1">
            <a:off x="2722325" y="2032226"/>
            <a:ext cx="501078" cy="585847"/>
          </a:xfrm>
          <a:prstGeom prst="can">
            <a:avLst/>
          </a:prstGeom>
          <a:solidFill>
            <a:schemeClr val="tx1">
              <a:lumMod val="20000"/>
              <a:lumOff val="8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/>
          </a:p>
        </p:txBody>
      </p:sp>
      <p:sp>
        <p:nvSpPr>
          <p:cNvPr id="57" name="Frame 56">
            <a:extLst>
              <a:ext uri="{FF2B5EF4-FFF2-40B4-BE49-F238E27FC236}">
                <a16:creationId xmlns:a16="http://schemas.microsoft.com/office/drawing/2014/main" id="{2B95A368-1138-F74F-A26D-7EAE22A9F978}"/>
              </a:ext>
            </a:extLst>
          </p:cNvPr>
          <p:cNvSpPr/>
          <p:nvPr/>
        </p:nvSpPr>
        <p:spPr bwMode="auto">
          <a:xfrm>
            <a:off x="2013835" y="4060252"/>
            <a:ext cx="1013290" cy="531674"/>
          </a:xfrm>
          <a:prstGeom prst="frame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dirty="0"/>
          </a:p>
        </p:txBody>
      </p:sp>
      <p:sp>
        <p:nvSpPr>
          <p:cNvPr id="58" name="Trapezoid 57">
            <a:extLst>
              <a:ext uri="{FF2B5EF4-FFF2-40B4-BE49-F238E27FC236}">
                <a16:creationId xmlns:a16="http://schemas.microsoft.com/office/drawing/2014/main" id="{07EC1B87-1A32-3C4B-84EF-BADDA464ED4A}"/>
              </a:ext>
            </a:extLst>
          </p:cNvPr>
          <p:cNvSpPr/>
          <p:nvPr/>
        </p:nvSpPr>
        <p:spPr bwMode="auto">
          <a:xfrm>
            <a:off x="2204216" y="4741336"/>
            <a:ext cx="632528" cy="450413"/>
          </a:xfrm>
          <a:prstGeom prst="trapezoi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641E8F-A0D8-044C-A195-0FC7CC263159}"/>
              </a:ext>
            </a:extLst>
          </p:cNvPr>
          <p:cNvSpPr txBox="1"/>
          <p:nvPr/>
        </p:nvSpPr>
        <p:spPr>
          <a:xfrm>
            <a:off x="2180189" y="4139954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</a:t>
            </a:r>
          </a:p>
        </p:txBody>
      </p:sp>
      <p:sp>
        <p:nvSpPr>
          <p:cNvPr id="60" name="Can 59">
            <a:extLst>
              <a:ext uri="{FF2B5EF4-FFF2-40B4-BE49-F238E27FC236}">
                <a16:creationId xmlns:a16="http://schemas.microsoft.com/office/drawing/2014/main" id="{B9D78ABC-C5CA-144F-86FA-302D8284EBDC}"/>
              </a:ext>
            </a:extLst>
          </p:cNvPr>
          <p:cNvSpPr/>
          <p:nvPr/>
        </p:nvSpPr>
        <p:spPr bwMode="auto">
          <a:xfrm flipH="1">
            <a:off x="2725825" y="3706054"/>
            <a:ext cx="501078" cy="585847"/>
          </a:xfrm>
          <a:prstGeom prst="can">
            <a:avLst/>
          </a:prstGeom>
          <a:solidFill>
            <a:schemeClr val="tx1">
              <a:lumMod val="20000"/>
              <a:lumOff val="8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9DF5EAE-94C7-6C46-8358-7F49ACF7CC7F}"/>
              </a:ext>
            </a:extLst>
          </p:cNvPr>
          <p:cNvSpPr/>
          <p:nvPr/>
        </p:nvSpPr>
        <p:spPr bwMode="auto">
          <a:xfrm>
            <a:off x="3559931" y="2194169"/>
            <a:ext cx="304800" cy="301752"/>
          </a:xfrm>
          <a:prstGeom prst="ellipse">
            <a:avLst/>
          </a:prstGeom>
          <a:solidFill>
            <a:srgbClr val="001933">
              <a:alpha val="45882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F732C151-E110-8043-A850-A37C46BFB89A}"/>
              </a:ext>
            </a:extLst>
          </p:cNvPr>
          <p:cNvSpPr/>
          <p:nvPr/>
        </p:nvSpPr>
        <p:spPr bwMode="auto">
          <a:xfrm>
            <a:off x="4601331" y="2194169"/>
            <a:ext cx="304800" cy="301752"/>
          </a:xfrm>
          <a:prstGeom prst="ellipse">
            <a:avLst/>
          </a:prstGeom>
          <a:solidFill>
            <a:srgbClr val="001933">
              <a:alpha val="45882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0F1F4FA-2005-3446-B32F-4DBDBB7285A8}"/>
              </a:ext>
            </a:extLst>
          </p:cNvPr>
          <p:cNvCxnSpPr>
            <a:stCxn id="62" idx="6"/>
            <a:endCxn id="63" idx="2"/>
          </p:cNvCxnSpPr>
          <p:nvPr/>
        </p:nvCxnSpPr>
        <p:spPr bwMode="auto">
          <a:xfrm>
            <a:off x="3864731" y="2345045"/>
            <a:ext cx="736600" cy="0"/>
          </a:xfrm>
          <a:prstGeom prst="straightConnector1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 w="lg" len="lg"/>
          </a:ln>
          <a:effectLst/>
        </p:spPr>
      </p:cxnSp>
      <p:sp>
        <p:nvSpPr>
          <p:cNvPr id="73" name="Down Arrow 72">
            <a:extLst>
              <a:ext uri="{FF2B5EF4-FFF2-40B4-BE49-F238E27FC236}">
                <a16:creationId xmlns:a16="http://schemas.microsoft.com/office/drawing/2014/main" id="{71C98011-5181-7347-AB5F-6B37F09628A7}"/>
              </a:ext>
            </a:extLst>
          </p:cNvPr>
          <p:cNvSpPr/>
          <p:nvPr/>
        </p:nvSpPr>
        <p:spPr bwMode="auto">
          <a:xfrm>
            <a:off x="2831955" y="2617280"/>
            <a:ext cx="298107" cy="1088773"/>
          </a:xfrm>
          <a:prstGeom prst="downArrow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811AA3A-6687-4E4A-A100-F25748A3DD89}"/>
              </a:ext>
            </a:extLst>
          </p:cNvPr>
          <p:cNvSpPr txBox="1"/>
          <p:nvPr/>
        </p:nvSpPr>
        <p:spPr>
          <a:xfrm rot="16200000">
            <a:off x="2444193" y="2887282"/>
            <a:ext cx="6142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Pull</a:t>
            </a:r>
          </a:p>
        </p:txBody>
      </p:sp>
      <p:sp>
        <p:nvSpPr>
          <p:cNvPr id="86" name="Rectangular Callout 85">
            <a:extLst>
              <a:ext uri="{FF2B5EF4-FFF2-40B4-BE49-F238E27FC236}">
                <a16:creationId xmlns:a16="http://schemas.microsoft.com/office/drawing/2014/main" id="{DCC3A0B5-80D1-074C-9DF7-1B044BEDFCE1}"/>
              </a:ext>
            </a:extLst>
          </p:cNvPr>
          <p:cNvSpPr/>
          <p:nvPr/>
        </p:nvSpPr>
        <p:spPr bwMode="auto">
          <a:xfrm>
            <a:off x="5600700" y="1591317"/>
            <a:ext cx="990600" cy="400110"/>
          </a:xfrm>
          <a:prstGeom prst="wedgeRectCallout">
            <a:avLst>
              <a:gd name="adj1" fmla="val -27128"/>
              <a:gd name="adj2" fmla="val 90511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/>
              <a:t>main</a:t>
            </a:r>
          </a:p>
        </p:txBody>
      </p:sp>
      <p:sp>
        <p:nvSpPr>
          <p:cNvPr id="87" name="Rectangular Callout 86">
            <a:extLst>
              <a:ext uri="{FF2B5EF4-FFF2-40B4-BE49-F238E27FC236}">
                <a16:creationId xmlns:a16="http://schemas.microsoft.com/office/drawing/2014/main" id="{54A8465B-9D3D-2240-9D85-C74887A88EE6}"/>
              </a:ext>
            </a:extLst>
          </p:cNvPr>
          <p:cNvSpPr/>
          <p:nvPr/>
        </p:nvSpPr>
        <p:spPr bwMode="auto">
          <a:xfrm>
            <a:off x="5576755" y="4321030"/>
            <a:ext cx="990600" cy="400110"/>
          </a:xfrm>
          <a:prstGeom prst="wedgeRectCallout">
            <a:avLst>
              <a:gd name="adj1" fmla="val -27128"/>
              <a:gd name="adj2" fmla="val -103111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/>
              <a:t>main</a:t>
            </a:r>
          </a:p>
        </p:txBody>
      </p:sp>
      <p:sp>
        <p:nvSpPr>
          <p:cNvPr id="88" name="Rectangular Callout 87">
            <a:extLst>
              <a:ext uri="{FF2B5EF4-FFF2-40B4-BE49-F238E27FC236}">
                <a16:creationId xmlns:a16="http://schemas.microsoft.com/office/drawing/2014/main" id="{E552316F-BC35-5641-A720-43AB59BCA63B}"/>
              </a:ext>
            </a:extLst>
          </p:cNvPr>
          <p:cNvSpPr/>
          <p:nvPr/>
        </p:nvSpPr>
        <p:spPr bwMode="auto">
          <a:xfrm>
            <a:off x="6115264" y="3105268"/>
            <a:ext cx="1453903" cy="400110"/>
          </a:xfrm>
          <a:prstGeom prst="wedgeRectCallout">
            <a:avLst>
              <a:gd name="adj1" fmla="val -60543"/>
              <a:gd name="adj2" fmla="val 128357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/>
              <a:t>origin/main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AD82F9-5395-1298-EAD5-0B03C984848C}"/>
              </a:ext>
            </a:extLst>
          </p:cNvPr>
          <p:cNvSpPr txBox="1"/>
          <p:nvPr/>
        </p:nvSpPr>
        <p:spPr>
          <a:xfrm rot="19848700">
            <a:off x="7799484" y="2619656"/>
            <a:ext cx="31486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Updating the workspace</a:t>
            </a:r>
            <a:br>
              <a:rPr lang="en-US" b="1" dirty="0"/>
            </a:br>
            <a:r>
              <a:rPr lang="en-US" b="1" dirty="0"/>
              <a:t>and the local repo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5E5BC2D-C94E-EF3F-3853-40608E44E451}"/>
              </a:ext>
            </a:extLst>
          </p:cNvPr>
          <p:cNvSpPr/>
          <p:nvPr/>
        </p:nvSpPr>
        <p:spPr bwMode="auto">
          <a:xfrm>
            <a:off x="5652858" y="2194169"/>
            <a:ext cx="304800" cy="301752"/>
          </a:xfrm>
          <a:prstGeom prst="ellipse">
            <a:avLst/>
          </a:prstGeom>
          <a:solidFill>
            <a:srgbClr val="001933">
              <a:alpha val="45882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9298BDE-593F-EF94-6520-ECA486737D65}"/>
              </a:ext>
            </a:extLst>
          </p:cNvPr>
          <p:cNvCxnSpPr>
            <a:endCxn id="5" idx="2"/>
          </p:cNvCxnSpPr>
          <p:nvPr/>
        </p:nvCxnSpPr>
        <p:spPr bwMode="auto">
          <a:xfrm>
            <a:off x="4916258" y="2345045"/>
            <a:ext cx="736600" cy="0"/>
          </a:xfrm>
          <a:prstGeom prst="straightConnector1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 w="lg" len="lg"/>
          </a:ln>
          <a:effectLst/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8E3F07F1-342A-26B8-D064-119F798D24FA}"/>
              </a:ext>
            </a:extLst>
          </p:cNvPr>
          <p:cNvSpPr/>
          <p:nvPr/>
        </p:nvSpPr>
        <p:spPr bwMode="auto">
          <a:xfrm>
            <a:off x="5662204" y="3800066"/>
            <a:ext cx="304800" cy="301752"/>
          </a:xfrm>
          <a:prstGeom prst="ellipse">
            <a:avLst/>
          </a:prstGeom>
          <a:solidFill>
            <a:srgbClr val="001933">
              <a:alpha val="45882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A75C789-DCB8-1634-8BCB-F5F136B33D0B}"/>
              </a:ext>
            </a:extLst>
          </p:cNvPr>
          <p:cNvCxnSpPr>
            <a:endCxn id="7" idx="2"/>
          </p:cNvCxnSpPr>
          <p:nvPr/>
        </p:nvCxnSpPr>
        <p:spPr bwMode="auto">
          <a:xfrm>
            <a:off x="4925604" y="3950942"/>
            <a:ext cx="736600" cy="0"/>
          </a:xfrm>
          <a:prstGeom prst="straightConnector1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 w="lg" len="lg"/>
          </a:ln>
          <a:effectLst/>
        </p:spPr>
      </p:cxnSp>
      <p:sp>
        <p:nvSpPr>
          <p:cNvPr id="9" name="Down Arrow 8">
            <a:extLst>
              <a:ext uri="{FF2B5EF4-FFF2-40B4-BE49-F238E27FC236}">
                <a16:creationId xmlns:a16="http://schemas.microsoft.com/office/drawing/2014/main" id="{3187F783-B23B-39FF-9323-25158D2F6BB3}"/>
              </a:ext>
            </a:extLst>
          </p:cNvPr>
          <p:cNvSpPr/>
          <p:nvPr/>
        </p:nvSpPr>
        <p:spPr bwMode="auto">
          <a:xfrm>
            <a:off x="5657382" y="2603607"/>
            <a:ext cx="298107" cy="1088773"/>
          </a:xfrm>
          <a:prstGeom prst="downArrow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EA3CA9-92E6-E2EA-E7D3-0AA7F80929DC}"/>
              </a:ext>
            </a:extLst>
          </p:cNvPr>
          <p:cNvSpPr txBox="1"/>
          <p:nvPr/>
        </p:nvSpPr>
        <p:spPr>
          <a:xfrm rot="16200000">
            <a:off x="5269620" y="2873609"/>
            <a:ext cx="6142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Pull</a:t>
            </a:r>
          </a:p>
        </p:txBody>
      </p:sp>
    </p:spTree>
    <p:extLst>
      <p:ext uri="{BB962C8B-B14F-4D97-AF65-F5344CB8AC3E}">
        <p14:creationId xmlns:p14="http://schemas.microsoft.com/office/powerpoint/2010/main" val="2375068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F540-50B1-8042-A0ED-9BB2646AA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6D865B2-FD7C-7240-98EC-365DCB08444F}"/>
              </a:ext>
            </a:extLst>
          </p:cNvPr>
          <p:cNvSpPr/>
          <p:nvPr/>
        </p:nvSpPr>
        <p:spPr bwMode="auto">
          <a:xfrm>
            <a:off x="3563880" y="3780259"/>
            <a:ext cx="304800" cy="301752"/>
          </a:xfrm>
          <a:prstGeom prst="ellipse">
            <a:avLst/>
          </a:prstGeom>
          <a:solidFill>
            <a:srgbClr val="001933">
              <a:alpha val="45882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86645D5-E59E-D644-A4C8-385A426F381B}"/>
              </a:ext>
            </a:extLst>
          </p:cNvPr>
          <p:cNvSpPr/>
          <p:nvPr/>
        </p:nvSpPr>
        <p:spPr bwMode="auto">
          <a:xfrm>
            <a:off x="4605280" y="3780259"/>
            <a:ext cx="304800" cy="301752"/>
          </a:xfrm>
          <a:prstGeom prst="ellipse">
            <a:avLst/>
          </a:prstGeom>
          <a:solidFill>
            <a:srgbClr val="001933">
              <a:alpha val="45882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22F3D99-C94D-EE41-9B74-8A59021A9E52}"/>
              </a:ext>
            </a:extLst>
          </p:cNvPr>
          <p:cNvCxnSpPr>
            <a:stCxn id="45" idx="6"/>
            <a:endCxn id="46" idx="2"/>
          </p:cNvCxnSpPr>
          <p:nvPr/>
        </p:nvCxnSpPr>
        <p:spPr bwMode="auto">
          <a:xfrm>
            <a:off x="3868680" y="3931135"/>
            <a:ext cx="736600" cy="0"/>
          </a:xfrm>
          <a:prstGeom prst="straightConnector1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 w="lg" len="lg"/>
          </a:ln>
          <a:effectLst/>
        </p:spPr>
      </p:cxnSp>
      <p:sp>
        <p:nvSpPr>
          <p:cNvPr id="55" name="Cloud 54">
            <a:extLst>
              <a:ext uri="{FF2B5EF4-FFF2-40B4-BE49-F238E27FC236}">
                <a16:creationId xmlns:a16="http://schemas.microsoft.com/office/drawing/2014/main" id="{75E49228-59BF-5940-8CD6-6F075D426122}"/>
              </a:ext>
            </a:extLst>
          </p:cNvPr>
          <p:cNvSpPr/>
          <p:nvPr/>
        </p:nvSpPr>
        <p:spPr bwMode="auto">
          <a:xfrm>
            <a:off x="1790701" y="1541480"/>
            <a:ext cx="1547411" cy="609064"/>
          </a:xfrm>
          <a:prstGeom prst="cloud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/>
              <a:t>Server</a:t>
            </a:r>
          </a:p>
        </p:txBody>
      </p:sp>
      <p:sp>
        <p:nvSpPr>
          <p:cNvPr id="56" name="Can 55">
            <a:extLst>
              <a:ext uri="{FF2B5EF4-FFF2-40B4-BE49-F238E27FC236}">
                <a16:creationId xmlns:a16="http://schemas.microsoft.com/office/drawing/2014/main" id="{3DC8F324-74A9-F34F-BCCB-85E3C155EB46}"/>
              </a:ext>
            </a:extLst>
          </p:cNvPr>
          <p:cNvSpPr/>
          <p:nvPr/>
        </p:nvSpPr>
        <p:spPr bwMode="auto">
          <a:xfrm flipH="1">
            <a:off x="2722325" y="2032226"/>
            <a:ext cx="501078" cy="585847"/>
          </a:xfrm>
          <a:prstGeom prst="can">
            <a:avLst/>
          </a:prstGeom>
          <a:solidFill>
            <a:schemeClr val="tx1">
              <a:lumMod val="20000"/>
              <a:lumOff val="8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/>
          </a:p>
        </p:txBody>
      </p:sp>
      <p:sp>
        <p:nvSpPr>
          <p:cNvPr id="57" name="Frame 56">
            <a:extLst>
              <a:ext uri="{FF2B5EF4-FFF2-40B4-BE49-F238E27FC236}">
                <a16:creationId xmlns:a16="http://schemas.microsoft.com/office/drawing/2014/main" id="{2B95A368-1138-F74F-A26D-7EAE22A9F978}"/>
              </a:ext>
            </a:extLst>
          </p:cNvPr>
          <p:cNvSpPr/>
          <p:nvPr/>
        </p:nvSpPr>
        <p:spPr bwMode="auto">
          <a:xfrm>
            <a:off x="2013835" y="4060252"/>
            <a:ext cx="1013290" cy="531674"/>
          </a:xfrm>
          <a:prstGeom prst="frame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dirty="0"/>
          </a:p>
        </p:txBody>
      </p:sp>
      <p:sp>
        <p:nvSpPr>
          <p:cNvPr id="58" name="Trapezoid 57">
            <a:extLst>
              <a:ext uri="{FF2B5EF4-FFF2-40B4-BE49-F238E27FC236}">
                <a16:creationId xmlns:a16="http://schemas.microsoft.com/office/drawing/2014/main" id="{07EC1B87-1A32-3C4B-84EF-BADDA464ED4A}"/>
              </a:ext>
            </a:extLst>
          </p:cNvPr>
          <p:cNvSpPr/>
          <p:nvPr/>
        </p:nvSpPr>
        <p:spPr bwMode="auto">
          <a:xfrm>
            <a:off x="2204216" y="4741336"/>
            <a:ext cx="632528" cy="450413"/>
          </a:xfrm>
          <a:prstGeom prst="trapezoi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641E8F-A0D8-044C-A195-0FC7CC263159}"/>
              </a:ext>
            </a:extLst>
          </p:cNvPr>
          <p:cNvSpPr txBox="1"/>
          <p:nvPr/>
        </p:nvSpPr>
        <p:spPr>
          <a:xfrm>
            <a:off x="2180189" y="4139954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</a:t>
            </a:r>
          </a:p>
        </p:txBody>
      </p:sp>
      <p:sp>
        <p:nvSpPr>
          <p:cNvPr id="60" name="Can 59">
            <a:extLst>
              <a:ext uri="{FF2B5EF4-FFF2-40B4-BE49-F238E27FC236}">
                <a16:creationId xmlns:a16="http://schemas.microsoft.com/office/drawing/2014/main" id="{B9D78ABC-C5CA-144F-86FA-302D8284EBDC}"/>
              </a:ext>
            </a:extLst>
          </p:cNvPr>
          <p:cNvSpPr/>
          <p:nvPr/>
        </p:nvSpPr>
        <p:spPr bwMode="auto">
          <a:xfrm flipH="1">
            <a:off x="2725825" y="3706054"/>
            <a:ext cx="501078" cy="585847"/>
          </a:xfrm>
          <a:prstGeom prst="can">
            <a:avLst/>
          </a:prstGeom>
          <a:solidFill>
            <a:schemeClr val="tx1">
              <a:lumMod val="20000"/>
              <a:lumOff val="8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9DF5EAE-94C7-6C46-8358-7F49ACF7CC7F}"/>
              </a:ext>
            </a:extLst>
          </p:cNvPr>
          <p:cNvSpPr/>
          <p:nvPr/>
        </p:nvSpPr>
        <p:spPr bwMode="auto">
          <a:xfrm>
            <a:off x="3559931" y="2194169"/>
            <a:ext cx="304800" cy="301752"/>
          </a:xfrm>
          <a:prstGeom prst="ellipse">
            <a:avLst/>
          </a:prstGeom>
          <a:solidFill>
            <a:srgbClr val="001933">
              <a:alpha val="45882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F732C151-E110-8043-A850-A37C46BFB89A}"/>
              </a:ext>
            </a:extLst>
          </p:cNvPr>
          <p:cNvSpPr/>
          <p:nvPr/>
        </p:nvSpPr>
        <p:spPr bwMode="auto">
          <a:xfrm>
            <a:off x="4601331" y="2194169"/>
            <a:ext cx="304800" cy="301752"/>
          </a:xfrm>
          <a:prstGeom prst="ellipse">
            <a:avLst/>
          </a:prstGeom>
          <a:solidFill>
            <a:srgbClr val="001933">
              <a:alpha val="45882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0F1F4FA-2005-3446-B32F-4DBDBB7285A8}"/>
              </a:ext>
            </a:extLst>
          </p:cNvPr>
          <p:cNvCxnSpPr>
            <a:stCxn id="62" idx="6"/>
            <a:endCxn id="63" idx="2"/>
          </p:cNvCxnSpPr>
          <p:nvPr/>
        </p:nvCxnSpPr>
        <p:spPr bwMode="auto">
          <a:xfrm>
            <a:off x="3864731" y="2345045"/>
            <a:ext cx="736600" cy="0"/>
          </a:xfrm>
          <a:prstGeom prst="straightConnector1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 w="lg" len="lg"/>
          </a:ln>
          <a:effectLst/>
        </p:spPr>
      </p:cxnSp>
      <p:sp>
        <p:nvSpPr>
          <p:cNvPr id="73" name="Down Arrow 72">
            <a:extLst>
              <a:ext uri="{FF2B5EF4-FFF2-40B4-BE49-F238E27FC236}">
                <a16:creationId xmlns:a16="http://schemas.microsoft.com/office/drawing/2014/main" id="{71C98011-5181-7347-AB5F-6B37F09628A7}"/>
              </a:ext>
            </a:extLst>
          </p:cNvPr>
          <p:cNvSpPr/>
          <p:nvPr/>
        </p:nvSpPr>
        <p:spPr bwMode="auto">
          <a:xfrm>
            <a:off x="2831955" y="2617280"/>
            <a:ext cx="298107" cy="1088773"/>
          </a:xfrm>
          <a:prstGeom prst="downArrow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811AA3A-6687-4E4A-A100-F25748A3DD89}"/>
              </a:ext>
            </a:extLst>
          </p:cNvPr>
          <p:cNvSpPr txBox="1"/>
          <p:nvPr/>
        </p:nvSpPr>
        <p:spPr>
          <a:xfrm rot="16200000">
            <a:off x="2444193" y="2887282"/>
            <a:ext cx="6142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Pull</a:t>
            </a:r>
          </a:p>
        </p:txBody>
      </p:sp>
      <p:sp>
        <p:nvSpPr>
          <p:cNvPr id="86" name="Rectangular Callout 85">
            <a:extLst>
              <a:ext uri="{FF2B5EF4-FFF2-40B4-BE49-F238E27FC236}">
                <a16:creationId xmlns:a16="http://schemas.microsoft.com/office/drawing/2014/main" id="{DCC3A0B5-80D1-074C-9DF7-1B044BEDFCE1}"/>
              </a:ext>
            </a:extLst>
          </p:cNvPr>
          <p:cNvSpPr/>
          <p:nvPr/>
        </p:nvSpPr>
        <p:spPr bwMode="auto">
          <a:xfrm>
            <a:off x="5600700" y="1591317"/>
            <a:ext cx="990600" cy="400110"/>
          </a:xfrm>
          <a:prstGeom prst="wedgeRectCallout">
            <a:avLst>
              <a:gd name="adj1" fmla="val -27128"/>
              <a:gd name="adj2" fmla="val 90511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/>
              <a:t>main</a:t>
            </a:r>
          </a:p>
        </p:txBody>
      </p:sp>
      <p:sp>
        <p:nvSpPr>
          <p:cNvPr id="88" name="Rectangular Callout 87">
            <a:extLst>
              <a:ext uri="{FF2B5EF4-FFF2-40B4-BE49-F238E27FC236}">
                <a16:creationId xmlns:a16="http://schemas.microsoft.com/office/drawing/2014/main" id="{E552316F-BC35-5641-A720-43AB59BCA63B}"/>
              </a:ext>
            </a:extLst>
          </p:cNvPr>
          <p:cNvSpPr/>
          <p:nvPr/>
        </p:nvSpPr>
        <p:spPr bwMode="auto">
          <a:xfrm>
            <a:off x="3882186" y="3128228"/>
            <a:ext cx="1494514" cy="400110"/>
          </a:xfrm>
          <a:prstGeom prst="wedgeRectCallout">
            <a:avLst>
              <a:gd name="adj1" fmla="val 1386"/>
              <a:gd name="adj2" fmla="val 99057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/>
              <a:t>origin/main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AD82F9-5395-1298-EAD5-0B03C984848C}"/>
              </a:ext>
            </a:extLst>
          </p:cNvPr>
          <p:cNvSpPr txBox="1"/>
          <p:nvPr/>
        </p:nvSpPr>
        <p:spPr>
          <a:xfrm rot="19848700">
            <a:off x="6563026" y="2669161"/>
            <a:ext cx="30332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Updating the local repo</a:t>
            </a:r>
          </a:p>
          <a:p>
            <a:r>
              <a:rPr lang="en-US" b="1" dirty="0"/>
              <a:t>but not the workspace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5E5BC2D-C94E-EF3F-3853-40608E44E451}"/>
              </a:ext>
            </a:extLst>
          </p:cNvPr>
          <p:cNvSpPr/>
          <p:nvPr/>
        </p:nvSpPr>
        <p:spPr bwMode="auto">
          <a:xfrm>
            <a:off x="5652858" y="2194169"/>
            <a:ext cx="304800" cy="301752"/>
          </a:xfrm>
          <a:prstGeom prst="ellipse">
            <a:avLst/>
          </a:prstGeom>
          <a:solidFill>
            <a:srgbClr val="001933">
              <a:alpha val="45882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9298BDE-593F-EF94-6520-ECA486737D65}"/>
              </a:ext>
            </a:extLst>
          </p:cNvPr>
          <p:cNvCxnSpPr>
            <a:endCxn id="5" idx="2"/>
          </p:cNvCxnSpPr>
          <p:nvPr/>
        </p:nvCxnSpPr>
        <p:spPr bwMode="auto">
          <a:xfrm>
            <a:off x="4916258" y="2345045"/>
            <a:ext cx="736600" cy="0"/>
          </a:xfrm>
          <a:prstGeom prst="straightConnector1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 w="lg" len="lg"/>
          </a:ln>
          <a:effectLst/>
        </p:spPr>
      </p:cxnSp>
      <p:sp>
        <p:nvSpPr>
          <p:cNvPr id="3" name="Rectangular Callout 2">
            <a:extLst>
              <a:ext uri="{FF2B5EF4-FFF2-40B4-BE49-F238E27FC236}">
                <a16:creationId xmlns:a16="http://schemas.microsoft.com/office/drawing/2014/main" id="{1275D630-640B-9976-55D9-97E6F9BC866D}"/>
              </a:ext>
            </a:extLst>
          </p:cNvPr>
          <p:cNvSpPr/>
          <p:nvPr/>
        </p:nvSpPr>
        <p:spPr bwMode="auto">
          <a:xfrm>
            <a:off x="5576755" y="4321030"/>
            <a:ext cx="990600" cy="400110"/>
          </a:xfrm>
          <a:prstGeom prst="wedgeRectCallout">
            <a:avLst>
              <a:gd name="adj1" fmla="val -27128"/>
              <a:gd name="adj2" fmla="val -103111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/>
              <a:t>main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9833B6-191B-AF02-396B-3828EEA89EA5}"/>
              </a:ext>
            </a:extLst>
          </p:cNvPr>
          <p:cNvSpPr/>
          <p:nvPr/>
        </p:nvSpPr>
        <p:spPr bwMode="auto">
          <a:xfrm>
            <a:off x="5662204" y="3800066"/>
            <a:ext cx="304800" cy="301752"/>
          </a:xfrm>
          <a:prstGeom prst="ellipse">
            <a:avLst/>
          </a:prstGeom>
          <a:solidFill>
            <a:srgbClr val="001933">
              <a:alpha val="45882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F422539-D520-8B22-674C-2F140ED57AA1}"/>
              </a:ext>
            </a:extLst>
          </p:cNvPr>
          <p:cNvCxnSpPr>
            <a:endCxn id="7" idx="2"/>
          </p:cNvCxnSpPr>
          <p:nvPr/>
        </p:nvCxnSpPr>
        <p:spPr bwMode="auto">
          <a:xfrm>
            <a:off x="4925604" y="3950942"/>
            <a:ext cx="736600" cy="0"/>
          </a:xfrm>
          <a:prstGeom prst="straightConnector1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 w="lg" len="lg"/>
          </a:ln>
          <a:effectLst/>
        </p:spPr>
      </p:cxnSp>
      <p:sp>
        <p:nvSpPr>
          <p:cNvPr id="9" name="Down Arrow 8">
            <a:extLst>
              <a:ext uri="{FF2B5EF4-FFF2-40B4-BE49-F238E27FC236}">
                <a16:creationId xmlns:a16="http://schemas.microsoft.com/office/drawing/2014/main" id="{9226B69F-3651-E1AA-F2A8-CC6886C97EBB}"/>
              </a:ext>
            </a:extLst>
          </p:cNvPr>
          <p:cNvSpPr/>
          <p:nvPr/>
        </p:nvSpPr>
        <p:spPr bwMode="auto">
          <a:xfrm>
            <a:off x="5657382" y="2603607"/>
            <a:ext cx="298107" cy="1088773"/>
          </a:xfrm>
          <a:prstGeom prst="downArrow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3C726D-B35B-E435-CAAB-A0B4063C1E6B}"/>
              </a:ext>
            </a:extLst>
          </p:cNvPr>
          <p:cNvSpPr txBox="1"/>
          <p:nvPr/>
        </p:nvSpPr>
        <p:spPr>
          <a:xfrm rot="16200000">
            <a:off x="5163822" y="2873609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Fetch</a:t>
            </a:r>
          </a:p>
        </p:txBody>
      </p:sp>
    </p:spTree>
    <p:extLst>
      <p:ext uri="{BB962C8B-B14F-4D97-AF65-F5344CB8AC3E}">
        <p14:creationId xmlns:p14="http://schemas.microsoft.com/office/powerpoint/2010/main" val="571891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12FE1-FA74-374E-BCEE-4F1F0F230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(</a:t>
            </a:r>
            <a:r>
              <a:rPr lang="en-US" dirty="0"/>
              <a:t>GitHub) Fork</a:t>
            </a:r>
          </a:p>
          <a:p>
            <a:r>
              <a:rPr lang="en-US" dirty="0"/>
              <a:t>(CLI) Clone (the fork)</a:t>
            </a:r>
          </a:p>
          <a:p>
            <a:r>
              <a:rPr lang="en-US" dirty="0"/>
              <a:t>(CLI) Commits</a:t>
            </a:r>
          </a:p>
          <a:p>
            <a:r>
              <a:rPr lang="en-US" dirty="0"/>
              <a:t>(CLI) Push</a:t>
            </a:r>
          </a:p>
          <a:p>
            <a:r>
              <a:rPr lang="en-US" dirty="0"/>
              <a:t>(GitHub) Send Pull Request</a:t>
            </a:r>
          </a:p>
          <a:p>
            <a:pPr lvl="1"/>
            <a:r>
              <a:rPr lang="en-US" dirty="0"/>
              <a:t>Follow it</a:t>
            </a:r>
          </a:p>
          <a:p>
            <a:pPr lvl="1"/>
            <a:r>
              <a:rPr lang="en-US" dirty="0"/>
              <a:t>Revise it</a:t>
            </a:r>
          </a:p>
          <a:p>
            <a:pPr lvl="1"/>
            <a:r>
              <a:rPr lang="en-US" dirty="0"/>
              <a:t>Update it</a:t>
            </a:r>
          </a:p>
          <a:p>
            <a:pPr lvl="1"/>
            <a:endParaRPr lang="en-US" dirty="0"/>
          </a:p>
          <a:p>
            <a:r>
              <a:rPr lang="en-US" dirty="0"/>
              <a:t>Keep your fork up-to-date</a:t>
            </a:r>
          </a:p>
          <a:p>
            <a:pPr lvl="1"/>
            <a:r>
              <a:rPr lang="en-US" dirty="0"/>
              <a:t>https://</a:t>
            </a:r>
            <a:r>
              <a:rPr lang="en-US" dirty="0" err="1"/>
              <a:t>help.github.com</a:t>
            </a:r>
            <a:r>
              <a:rPr lang="en-US" dirty="0"/>
              <a:t>/articles/syncing-a-fork/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EDAA4B-7B52-064B-95BA-F92C6420A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Pull Request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AD9DE-5416-9449-BDEF-CFF78D6A9E1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652000" y="6553200"/>
            <a:ext cx="25400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464530E-D695-45C9-AFB6-E411BBE0972A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0745"/>
      </p:ext>
    </p:extLst>
  </p:cSld>
  <p:clrMapOvr>
    <a:masterClrMapping/>
  </p:clrMapOvr>
</p:sld>
</file>

<file path=ppt/theme/theme1.xml><?xml version="1.0" encoding="utf-8"?>
<a:theme xmlns:a="http://schemas.openxmlformats.org/drawingml/2006/main" name="1_Dark-Blue-Vertical-PPT-Template">
  <a:themeElements>
    <a:clrScheme name="Custom 1">
      <a:dk1>
        <a:srgbClr val="003366"/>
      </a:dk1>
      <a:lt1>
        <a:srgbClr val="FFFFFF"/>
      </a:lt1>
      <a:dk2>
        <a:srgbClr val="0066B3"/>
      </a:dk2>
      <a:lt2>
        <a:srgbClr val="C3B8B2"/>
      </a:lt2>
      <a:accent1>
        <a:srgbClr val="FBB040"/>
      </a:accent1>
      <a:accent2>
        <a:srgbClr val="F07F09"/>
      </a:accent2>
      <a:accent3>
        <a:srgbClr val="B1541F"/>
      </a:accent3>
      <a:accent4>
        <a:srgbClr val="00ABA3"/>
      </a:accent4>
      <a:accent5>
        <a:srgbClr val="009DDC"/>
      </a:accent5>
      <a:accent6>
        <a:srgbClr val="0066B3"/>
      </a:accent6>
      <a:hlink>
        <a:srgbClr val="FFCC00"/>
      </a:hlink>
      <a:folHlink>
        <a:srgbClr val="00853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AU_Preside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AU_President_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AU_President_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AU_President_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AU_President_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AU_President_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AU_President_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AU_President_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AU_President_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AU_President_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AU_President_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AU_President_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Custom 1">
      <a:dk1>
        <a:srgbClr val="003366"/>
      </a:dk1>
      <a:lt1>
        <a:sysClr val="window" lastClr="FFFFFF"/>
      </a:lt1>
      <a:dk2>
        <a:srgbClr val="B1541D"/>
      </a:dk2>
      <a:lt2>
        <a:srgbClr val="C3B8B2"/>
      </a:lt2>
      <a:accent1>
        <a:srgbClr val="F47722"/>
      </a:accent1>
      <a:accent2>
        <a:srgbClr val="FBB040"/>
      </a:accent2>
      <a:accent3>
        <a:srgbClr val="0066B3"/>
      </a:accent3>
      <a:accent4>
        <a:srgbClr val="009DDC"/>
      </a:accent4>
      <a:accent5>
        <a:srgbClr val="00ACA5"/>
      </a:accent5>
      <a:accent6>
        <a:srgbClr val="FFD200"/>
      </a:accent6>
      <a:hlink>
        <a:srgbClr val="2998E3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U FCB Template" id="{B1209E5C-EC2F-4AA8-9123-312E89791AB0}" vid="{D287FF1B-2816-4E45-BFFC-304493C9BE4E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20304</TotalTime>
  <Words>564</Words>
  <Application>Microsoft Macintosh PowerPoint</Application>
  <PresentationFormat>Widescreen</PresentationFormat>
  <Paragraphs>122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Arial Hebrew Scholar</vt:lpstr>
      <vt:lpstr>Arial MT Black</vt:lpstr>
      <vt:lpstr>Calibri</vt:lpstr>
      <vt:lpstr>Courier New</vt:lpstr>
      <vt:lpstr>Menlo</vt:lpstr>
      <vt:lpstr>Rial</vt:lpstr>
      <vt:lpstr>Times</vt:lpstr>
      <vt:lpstr>1_Dark-Blue-Vertical-PPT-Template</vt:lpstr>
      <vt:lpstr>Office Theme</vt:lpstr>
      <vt:lpstr>CS599 - Open Source software development</vt:lpstr>
      <vt:lpstr>Dealing with the Remote Repo</vt:lpstr>
      <vt:lpstr>Create a Repo in GitHub</vt:lpstr>
      <vt:lpstr>But… how to set my upstream repo?</vt:lpstr>
      <vt:lpstr>The opposite: Cloning to a Local Repo</vt:lpstr>
      <vt:lpstr>Working In This Repo</vt:lpstr>
      <vt:lpstr>Usual Workflow </vt:lpstr>
      <vt:lpstr>GitHub Workflow</vt:lpstr>
      <vt:lpstr>Example</vt:lpstr>
      <vt:lpstr>Example</vt:lpstr>
      <vt:lpstr>Example</vt:lpstr>
      <vt:lpstr>Example</vt:lpstr>
      <vt:lpstr>A Pull Request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New leader orientation!</dc:title>
  <dc:creator>Cassandra Anderson</dc:creator>
  <cp:lastModifiedBy>Igor F Steinmacher</cp:lastModifiedBy>
  <cp:revision>335</cp:revision>
  <cp:lastPrinted>2018-08-27T03:34:43Z</cp:lastPrinted>
  <dcterms:created xsi:type="dcterms:W3CDTF">2014-02-19T16:49:03Z</dcterms:created>
  <dcterms:modified xsi:type="dcterms:W3CDTF">2024-05-28T01:10:02Z</dcterms:modified>
</cp:coreProperties>
</file>